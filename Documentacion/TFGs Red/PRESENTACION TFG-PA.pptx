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6858000" cy="9144000"/>
  <p:embeddedFontLst>
    <p:embeddedFont>
      <p:font typeface="Aileron" panose="020B0604020202020204" charset="0"/>
      <p:regular r:id="rId45"/>
    </p:embeddedFont>
    <p:embeddedFont>
      <p:font typeface="Aileron Bold" panose="020B0604020202020204" charset="0"/>
      <p:regular r:id="rId46"/>
    </p:embeddedFont>
    <p:embeddedFont>
      <p:font typeface="RoxboroughCF Bold" panose="020B0604020202020204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2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10.png"/><Relationship Id="rId9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4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svg"/><Relationship Id="rId2" Type="http://schemas.openxmlformats.org/officeDocument/2006/relationships/image" Target="../media/image11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11" Type="http://schemas.openxmlformats.org/officeDocument/2006/relationships/image" Target="../media/image52.svg"/><Relationship Id="rId5" Type="http://schemas.openxmlformats.org/officeDocument/2006/relationships/image" Target="../media/image46.png"/><Relationship Id="rId15" Type="http://schemas.openxmlformats.org/officeDocument/2006/relationships/image" Target="../media/image56.svg"/><Relationship Id="rId10" Type="http://schemas.openxmlformats.org/officeDocument/2006/relationships/image" Target="../media/image51.png"/><Relationship Id="rId4" Type="http://schemas.openxmlformats.org/officeDocument/2006/relationships/image" Target="../media/image45.sv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9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90.png"/><Relationship Id="rId4" Type="http://schemas.openxmlformats.org/officeDocument/2006/relationships/image" Target="../media/image7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218581" y="3368040"/>
            <a:ext cx="16040719" cy="3665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69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la capacidad de detección de ataques en red mediante el IDS Snort y PaloAlto NGFW</a:t>
            </a:r>
          </a:p>
          <a:p>
            <a:pPr marL="0" lvl="0" indent="0" algn="ctr">
              <a:lnSpc>
                <a:spcPts val="7139"/>
              </a:lnSpc>
            </a:pPr>
            <a:endParaRPr lang="en-US" sz="6999" b="1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968072" y="6976110"/>
            <a:ext cx="10541738" cy="140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8"/>
              </a:lnSpc>
            </a:pPr>
            <a:r>
              <a:rPr lang="en-US" sz="4313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Autor: Alejandro Moreno Pérez</a:t>
            </a:r>
          </a:p>
          <a:p>
            <a:pPr marL="0" lvl="0" indent="0" algn="ctr">
              <a:lnSpc>
                <a:spcPts val="5608"/>
              </a:lnSpc>
              <a:spcBef>
                <a:spcPct val="0"/>
              </a:spcBef>
            </a:pPr>
            <a:r>
              <a:rPr lang="en-US" sz="4313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Tutor: Francisco Javier Muñoz Calle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85"/>
    </mc:Choice>
    <mc:Fallback>
      <p:transition spd="slow" advTm="328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487649" y="4572248"/>
            <a:ext cx="7185414" cy="3426890"/>
          </a:xfrm>
          <a:custGeom>
            <a:avLst/>
            <a:gdLst/>
            <a:ahLst/>
            <a:cxnLst/>
            <a:rect l="l" t="t" r="r" b="b"/>
            <a:pathLst>
              <a:path w="7185414" h="3426890">
                <a:moveTo>
                  <a:pt x="0" y="0"/>
                </a:moveTo>
                <a:lnTo>
                  <a:pt x="7185414" y="0"/>
                </a:lnTo>
                <a:lnTo>
                  <a:pt x="7185414" y="3426890"/>
                </a:lnTo>
                <a:lnTo>
                  <a:pt x="0" y="3426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5541827" y="7298658"/>
            <a:ext cx="7495854" cy="1400959"/>
          </a:xfrm>
          <a:custGeom>
            <a:avLst/>
            <a:gdLst/>
            <a:ahLst/>
            <a:cxnLst/>
            <a:rect l="l" t="t" r="r" b="b"/>
            <a:pathLst>
              <a:path w="7495854" h="1400959">
                <a:moveTo>
                  <a:pt x="0" y="0"/>
                </a:moveTo>
                <a:lnTo>
                  <a:pt x="7495855" y="0"/>
                </a:lnTo>
                <a:lnTo>
                  <a:pt x="7495855" y="1400959"/>
                </a:lnTo>
                <a:lnTo>
                  <a:pt x="0" y="1400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6540498" y="2034690"/>
            <a:ext cx="5498512" cy="3426890"/>
          </a:xfrm>
          <a:custGeom>
            <a:avLst/>
            <a:gdLst/>
            <a:ahLst/>
            <a:cxnLst/>
            <a:rect l="l" t="t" r="r" b="b"/>
            <a:pathLst>
              <a:path w="5498512" h="3426890">
                <a:moveTo>
                  <a:pt x="0" y="0"/>
                </a:moveTo>
                <a:lnTo>
                  <a:pt x="5498513" y="0"/>
                </a:lnTo>
                <a:lnTo>
                  <a:pt x="5498513" y="3426890"/>
                </a:lnTo>
                <a:lnTo>
                  <a:pt x="0" y="3426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5006098" y="7355808"/>
            <a:ext cx="2672346" cy="2672346"/>
          </a:xfrm>
          <a:custGeom>
            <a:avLst/>
            <a:gdLst/>
            <a:ahLst/>
            <a:cxnLst/>
            <a:rect l="l" t="t" r="r" b="b"/>
            <a:pathLst>
              <a:path w="2672346" h="2672346">
                <a:moveTo>
                  <a:pt x="0" y="0"/>
                </a:moveTo>
                <a:lnTo>
                  <a:pt x="2672346" y="0"/>
                </a:lnTo>
                <a:lnTo>
                  <a:pt x="2672346" y="2672346"/>
                </a:lnTo>
                <a:lnTo>
                  <a:pt x="0" y="2672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4873715" y="2250110"/>
            <a:ext cx="2514658" cy="2514658"/>
          </a:xfrm>
          <a:custGeom>
            <a:avLst/>
            <a:gdLst/>
            <a:ahLst/>
            <a:cxnLst/>
            <a:rect l="l" t="t" r="r" b="b"/>
            <a:pathLst>
              <a:path w="2514658" h="2514658">
                <a:moveTo>
                  <a:pt x="0" y="0"/>
                </a:moveTo>
                <a:lnTo>
                  <a:pt x="2514659" y="0"/>
                </a:lnTo>
                <a:lnTo>
                  <a:pt x="2514659" y="2514658"/>
                </a:lnTo>
                <a:lnTo>
                  <a:pt x="0" y="25146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14794871" y="4820353"/>
            <a:ext cx="3094799" cy="2478305"/>
          </a:xfrm>
          <a:custGeom>
            <a:avLst/>
            <a:gdLst/>
            <a:ahLst/>
            <a:cxnLst/>
            <a:rect l="l" t="t" r="r" b="b"/>
            <a:pathLst>
              <a:path w="3094799" h="2478305">
                <a:moveTo>
                  <a:pt x="0" y="0"/>
                </a:moveTo>
                <a:lnTo>
                  <a:pt x="3094799" y="0"/>
                </a:lnTo>
                <a:lnTo>
                  <a:pt x="3094799" y="2478305"/>
                </a:lnTo>
                <a:lnTo>
                  <a:pt x="0" y="24783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Objetivos del estudio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71783" y="8493552"/>
            <a:ext cx="1003865" cy="43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958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BBDD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87457" y="6078556"/>
            <a:ext cx="1388191" cy="43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958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Gráficas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44872" y="3316954"/>
            <a:ext cx="918586" cy="43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  <a:spcBef>
                <a:spcPct val="0"/>
              </a:spcBef>
            </a:pPr>
            <a:r>
              <a:rPr lang="en-US" sz="2958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Excel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2"/>
    </mc:Choice>
    <mc:Fallback>
      <p:transition spd="slow" advTm="22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5769" y="2462602"/>
            <a:ext cx="5106360" cy="7405277"/>
            <a:chOff x="0" y="0"/>
            <a:chExt cx="1344885" cy="1950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76412" y="3304691"/>
            <a:ext cx="3106953" cy="1481778"/>
          </a:xfrm>
          <a:custGeom>
            <a:avLst/>
            <a:gdLst/>
            <a:ahLst/>
            <a:cxnLst/>
            <a:rect l="l" t="t" r="r" b="b"/>
            <a:pathLst>
              <a:path w="3106953" h="1481778">
                <a:moveTo>
                  <a:pt x="0" y="0"/>
                </a:moveTo>
                <a:lnTo>
                  <a:pt x="3106954" y="0"/>
                </a:lnTo>
                <a:lnTo>
                  <a:pt x="3106954" y="1481778"/>
                </a:lnTo>
                <a:lnTo>
                  <a:pt x="0" y="148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9" name="Group 9"/>
          <p:cNvGrpSpPr/>
          <p:nvPr/>
        </p:nvGrpSpPr>
        <p:grpSpPr>
          <a:xfrm>
            <a:off x="11525980" y="2389075"/>
            <a:ext cx="5106360" cy="7405277"/>
            <a:chOff x="0" y="0"/>
            <a:chExt cx="1344885" cy="19503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85333" y="2422290"/>
            <a:ext cx="5106360" cy="7405277"/>
            <a:chOff x="0" y="0"/>
            <a:chExt cx="1344885" cy="19503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43949" y="7036797"/>
            <a:ext cx="4478601" cy="867048"/>
          </a:xfrm>
          <a:custGeom>
            <a:avLst/>
            <a:gdLst/>
            <a:ahLst/>
            <a:cxnLst/>
            <a:rect l="l" t="t" r="r" b="b"/>
            <a:pathLst>
              <a:path w="4478601" h="867048">
                <a:moveTo>
                  <a:pt x="0" y="0"/>
                </a:moveTo>
                <a:lnTo>
                  <a:pt x="4478601" y="0"/>
                </a:lnTo>
                <a:lnTo>
                  <a:pt x="4478601" y="867048"/>
                </a:lnTo>
                <a:lnTo>
                  <a:pt x="0" y="86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443949" y="3450228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4"/>
                </a:lnTo>
                <a:lnTo>
                  <a:pt x="0" y="338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3906930" y="4192433"/>
            <a:ext cx="1344226" cy="745800"/>
          </a:xfrm>
          <a:custGeom>
            <a:avLst/>
            <a:gdLst/>
            <a:ahLst/>
            <a:cxnLst/>
            <a:rect l="l" t="t" r="r" b="b"/>
            <a:pathLst>
              <a:path w="1344226" h="745800">
                <a:moveTo>
                  <a:pt x="0" y="0"/>
                </a:moveTo>
                <a:lnTo>
                  <a:pt x="1344226" y="0"/>
                </a:lnTo>
                <a:lnTo>
                  <a:pt x="1344226" y="745799"/>
                </a:lnTo>
                <a:lnTo>
                  <a:pt x="0" y="745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3574104" y="5801201"/>
            <a:ext cx="1816894" cy="1816894"/>
          </a:xfrm>
          <a:custGeom>
            <a:avLst/>
            <a:gdLst/>
            <a:ahLst/>
            <a:cxnLst/>
            <a:rect l="l" t="t" r="r" b="b"/>
            <a:pathLst>
              <a:path w="1816894" h="1816894">
                <a:moveTo>
                  <a:pt x="0" y="0"/>
                </a:moveTo>
                <a:lnTo>
                  <a:pt x="1816894" y="0"/>
                </a:lnTo>
                <a:lnTo>
                  <a:pt x="1816894" y="1816894"/>
                </a:lnTo>
                <a:lnTo>
                  <a:pt x="0" y="1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1312811" y="5339986"/>
            <a:ext cx="2023168" cy="2023168"/>
          </a:xfrm>
          <a:custGeom>
            <a:avLst/>
            <a:gdLst/>
            <a:ahLst/>
            <a:cxnLst/>
            <a:rect l="l" t="t" r="r" b="b"/>
            <a:pathLst>
              <a:path w="2023168" h="2023168">
                <a:moveTo>
                  <a:pt x="0" y="0"/>
                </a:moveTo>
                <a:lnTo>
                  <a:pt x="2023168" y="0"/>
                </a:lnTo>
                <a:lnTo>
                  <a:pt x="2023168" y="2023168"/>
                </a:lnTo>
                <a:lnTo>
                  <a:pt x="0" y="2023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3549988" y="7675245"/>
            <a:ext cx="2397220" cy="1346933"/>
          </a:xfrm>
          <a:custGeom>
            <a:avLst/>
            <a:gdLst/>
            <a:ahLst/>
            <a:cxnLst/>
            <a:rect l="l" t="t" r="r" b="b"/>
            <a:pathLst>
              <a:path w="2397220" h="1346933">
                <a:moveTo>
                  <a:pt x="0" y="0"/>
                </a:moveTo>
                <a:lnTo>
                  <a:pt x="2397220" y="0"/>
                </a:lnTo>
                <a:lnTo>
                  <a:pt x="2397220" y="1346933"/>
                </a:lnTo>
                <a:lnTo>
                  <a:pt x="0" y="1346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1465781" y="7903845"/>
            <a:ext cx="2280189" cy="1249213"/>
          </a:xfrm>
          <a:custGeom>
            <a:avLst/>
            <a:gdLst/>
            <a:ahLst/>
            <a:cxnLst/>
            <a:rect l="l" t="t" r="r" b="b"/>
            <a:pathLst>
              <a:path w="2280189" h="1249213">
                <a:moveTo>
                  <a:pt x="0" y="0"/>
                </a:moveTo>
                <a:lnTo>
                  <a:pt x="2280189" y="0"/>
                </a:lnTo>
                <a:lnTo>
                  <a:pt x="2280189" y="1249213"/>
                </a:lnTo>
                <a:lnTo>
                  <a:pt x="0" y="1249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12432578" y="7246986"/>
            <a:ext cx="3257189" cy="2011314"/>
          </a:xfrm>
          <a:custGeom>
            <a:avLst/>
            <a:gdLst/>
            <a:ahLst/>
            <a:cxnLst/>
            <a:rect l="l" t="t" r="r" b="b"/>
            <a:pathLst>
              <a:path w="3257189" h="2011314">
                <a:moveTo>
                  <a:pt x="0" y="0"/>
                </a:moveTo>
                <a:lnTo>
                  <a:pt x="3257189" y="0"/>
                </a:lnTo>
                <a:lnTo>
                  <a:pt x="3257189" y="2011314"/>
                </a:lnTo>
                <a:lnTo>
                  <a:pt x="0" y="2011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Freeform 23"/>
          <p:cNvSpPr/>
          <p:nvPr/>
        </p:nvSpPr>
        <p:spPr>
          <a:xfrm>
            <a:off x="14270146" y="5711190"/>
            <a:ext cx="1924639" cy="1280760"/>
          </a:xfrm>
          <a:custGeom>
            <a:avLst/>
            <a:gdLst/>
            <a:ahLst/>
            <a:cxnLst/>
            <a:rect l="l" t="t" r="r" b="b"/>
            <a:pathLst>
              <a:path w="1924639" h="1280760">
                <a:moveTo>
                  <a:pt x="0" y="0"/>
                </a:moveTo>
                <a:lnTo>
                  <a:pt x="1924639" y="0"/>
                </a:lnTo>
                <a:lnTo>
                  <a:pt x="1924639" y="1280760"/>
                </a:lnTo>
                <a:lnTo>
                  <a:pt x="0" y="1280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>
            <a:off x="12348968" y="5586869"/>
            <a:ext cx="1536479" cy="1536479"/>
          </a:xfrm>
          <a:custGeom>
            <a:avLst/>
            <a:gdLst/>
            <a:ahLst/>
            <a:cxnLst/>
            <a:rect l="l" t="t" r="r" b="b"/>
            <a:pathLst>
              <a:path w="1536479" h="1536479">
                <a:moveTo>
                  <a:pt x="0" y="0"/>
                </a:moveTo>
                <a:lnTo>
                  <a:pt x="1536480" y="0"/>
                </a:lnTo>
                <a:lnTo>
                  <a:pt x="1536480" y="1536480"/>
                </a:lnTo>
                <a:lnTo>
                  <a:pt x="0" y="1536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12622473" y="3982881"/>
            <a:ext cx="2609992" cy="1480163"/>
          </a:xfrm>
          <a:custGeom>
            <a:avLst/>
            <a:gdLst/>
            <a:ahLst/>
            <a:cxnLst/>
            <a:rect l="l" t="t" r="r" b="b"/>
            <a:pathLst>
              <a:path w="2609992" h="1480163">
                <a:moveTo>
                  <a:pt x="0" y="0"/>
                </a:moveTo>
                <a:lnTo>
                  <a:pt x="2609993" y="0"/>
                </a:lnTo>
                <a:lnTo>
                  <a:pt x="2609993" y="1480163"/>
                </a:lnTo>
                <a:lnTo>
                  <a:pt x="0" y="14801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TextBox 26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Procedimiento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8528" y="2817014"/>
            <a:ext cx="4720843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Implementación de ataques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48525" y="2817014"/>
            <a:ext cx="3678302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25068" y="2817014"/>
            <a:ext cx="4872209" cy="84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 y Resultados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2"/>
    </mc:Choice>
    <mc:Fallback>
      <p:transition spd="slow" advTm="140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5769" y="2462602"/>
            <a:ext cx="5106360" cy="7405277"/>
            <a:chOff x="0" y="0"/>
            <a:chExt cx="1344885" cy="1950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76412" y="3304691"/>
            <a:ext cx="3106953" cy="1481778"/>
          </a:xfrm>
          <a:custGeom>
            <a:avLst/>
            <a:gdLst/>
            <a:ahLst/>
            <a:cxnLst/>
            <a:rect l="l" t="t" r="r" b="b"/>
            <a:pathLst>
              <a:path w="3106953" h="1481778">
                <a:moveTo>
                  <a:pt x="0" y="0"/>
                </a:moveTo>
                <a:lnTo>
                  <a:pt x="3106954" y="0"/>
                </a:lnTo>
                <a:lnTo>
                  <a:pt x="3106954" y="1481778"/>
                </a:lnTo>
                <a:lnTo>
                  <a:pt x="0" y="148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9" name="Group 9"/>
          <p:cNvGrpSpPr/>
          <p:nvPr/>
        </p:nvGrpSpPr>
        <p:grpSpPr>
          <a:xfrm>
            <a:off x="11525980" y="2389075"/>
            <a:ext cx="5106360" cy="7405277"/>
            <a:chOff x="0" y="0"/>
            <a:chExt cx="1344885" cy="19503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85333" y="2422290"/>
            <a:ext cx="5106360" cy="7405277"/>
            <a:chOff x="0" y="0"/>
            <a:chExt cx="1344885" cy="19503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43949" y="7036797"/>
            <a:ext cx="4478601" cy="867048"/>
          </a:xfrm>
          <a:custGeom>
            <a:avLst/>
            <a:gdLst/>
            <a:ahLst/>
            <a:cxnLst/>
            <a:rect l="l" t="t" r="r" b="b"/>
            <a:pathLst>
              <a:path w="4478601" h="867048">
                <a:moveTo>
                  <a:pt x="0" y="0"/>
                </a:moveTo>
                <a:lnTo>
                  <a:pt x="4478601" y="0"/>
                </a:lnTo>
                <a:lnTo>
                  <a:pt x="4478601" y="867048"/>
                </a:lnTo>
                <a:lnTo>
                  <a:pt x="0" y="86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443949" y="3450228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4"/>
                </a:lnTo>
                <a:lnTo>
                  <a:pt x="0" y="338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3906930" y="4192433"/>
            <a:ext cx="1344226" cy="745800"/>
          </a:xfrm>
          <a:custGeom>
            <a:avLst/>
            <a:gdLst/>
            <a:ahLst/>
            <a:cxnLst/>
            <a:rect l="l" t="t" r="r" b="b"/>
            <a:pathLst>
              <a:path w="1344226" h="745800">
                <a:moveTo>
                  <a:pt x="0" y="0"/>
                </a:moveTo>
                <a:lnTo>
                  <a:pt x="1344226" y="0"/>
                </a:lnTo>
                <a:lnTo>
                  <a:pt x="1344226" y="745799"/>
                </a:lnTo>
                <a:lnTo>
                  <a:pt x="0" y="745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3574104" y="5801201"/>
            <a:ext cx="1816894" cy="1816894"/>
          </a:xfrm>
          <a:custGeom>
            <a:avLst/>
            <a:gdLst/>
            <a:ahLst/>
            <a:cxnLst/>
            <a:rect l="l" t="t" r="r" b="b"/>
            <a:pathLst>
              <a:path w="1816894" h="1816894">
                <a:moveTo>
                  <a:pt x="0" y="0"/>
                </a:moveTo>
                <a:lnTo>
                  <a:pt x="1816894" y="0"/>
                </a:lnTo>
                <a:lnTo>
                  <a:pt x="1816894" y="1816894"/>
                </a:lnTo>
                <a:lnTo>
                  <a:pt x="0" y="1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1312811" y="5339986"/>
            <a:ext cx="2023168" cy="2023168"/>
          </a:xfrm>
          <a:custGeom>
            <a:avLst/>
            <a:gdLst/>
            <a:ahLst/>
            <a:cxnLst/>
            <a:rect l="l" t="t" r="r" b="b"/>
            <a:pathLst>
              <a:path w="2023168" h="2023168">
                <a:moveTo>
                  <a:pt x="0" y="0"/>
                </a:moveTo>
                <a:lnTo>
                  <a:pt x="2023168" y="0"/>
                </a:lnTo>
                <a:lnTo>
                  <a:pt x="2023168" y="2023168"/>
                </a:lnTo>
                <a:lnTo>
                  <a:pt x="0" y="2023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3549988" y="7675245"/>
            <a:ext cx="2397220" cy="1346933"/>
          </a:xfrm>
          <a:custGeom>
            <a:avLst/>
            <a:gdLst/>
            <a:ahLst/>
            <a:cxnLst/>
            <a:rect l="l" t="t" r="r" b="b"/>
            <a:pathLst>
              <a:path w="2397220" h="1346933">
                <a:moveTo>
                  <a:pt x="0" y="0"/>
                </a:moveTo>
                <a:lnTo>
                  <a:pt x="2397220" y="0"/>
                </a:lnTo>
                <a:lnTo>
                  <a:pt x="2397220" y="1346933"/>
                </a:lnTo>
                <a:lnTo>
                  <a:pt x="0" y="1346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1465781" y="7903845"/>
            <a:ext cx="2280189" cy="1249213"/>
          </a:xfrm>
          <a:custGeom>
            <a:avLst/>
            <a:gdLst/>
            <a:ahLst/>
            <a:cxnLst/>
            <a:rect l="l" t="t" r="r" b="b"/>
            <a:pathLst>
              <a:path w="2280189" h="1249213">
                <a:moveTo>
                  <a:pt x="0" y="0"/>
                </a:moveTo>
                <a:lnTo>
                  <a:pt x="2280189" y="0"/>
                </a:lnTo>
                <a:lnTo>
                  <a:pt x="2280189" y="1249213"/>
                </a:lnTo>
                <a:lnTo>
                  <a:pt x="0" y="1249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12432578" y="7246986"/>
            <a:ext cx="3257189" cy="2011314"/>
          </a:xfrm>
          <a:custGeom>
            <a:avLst/>
            <a:gdLst/>
            <a:ahLst/>
            <a:cxnLst/>
            <a:rect l="l" t="t" r="r" b="b"/>
            <a:pathLst>
              <a:path w="3257189" h="2011314">
                <a:moveTo>
                  <a:pt x="0" y="0"/>
                </a:moveTo>
                <a:lnTo>
                  <a:pt x="3257189" y="0"/>
                </a:lnTo>
                <a:lnTo>
                  <a:pt x="3257189" y="2011314"/>
                </a:lnTo>
                <a:lnTo>
                  <a:pt x="0" y="2011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Freeform 23"/>
          <p:cNvSpPr/>
          <p:nvPr/>
        </p:nvSpPr>
        <p:spPr>
          <a:xfrm>
            <a:off x="14270146" y="5711190"/>
            <a:ext cx="1924639" cy="1280760"/>
          </a:xfrm>
          <a:custGeom>
            <a:avLst/>
            <a:gdLst/>
            <a:ahLst/>
            <a:cxnLst/>
            <a:rect l="l" t="t" r="r" b="b"/>
            <a:pathLst>
              <a:path w="1924639" h="1280760">
                <a:moveTo>
                  <a:pt x="0" y="0"/>
                </a:moveTo>
                <a:lnTo>
                  <a:pt x="1924639" y="0"/>
                </a:lnTo>
                <a:lnTo>
                  <a:pt x="1924639" y="1280760"/>
                </a:lnTo>
                <a:lnTo>
                  <a:pt x="0" y="1280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>
            <a:off x="12348968" y="5586869"/>
            <a:ext cx="1536479" cy="1536479"/>
          </a:xfrm>
          <a:custGeom>
            <a:avLst/>
            <a:gdLst/>
            <a:ahLst/>
            <a:cxnLst/>
            <a:rect l="l" t="t" r="r" b="b"/>
            <a:pathLst>
              <a:path w="1536479" h="1536479">
                <a:moveTo>
                  <a:pt x="0" y="0"/>
                </a:moveTo>
                <a:lnTo>
                  <a:pt x="1536480" y="0"/>
                </a:lnTo>
                <a:lnTo>
                  <a:pt x="1536480" y="1536480"/>
                </a:lnTo>
                <a:lnTo>
                  <a:pt x="0" y="1536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12622473" y="3982881"/>
            <a:ext cx="2609992" cy="1480163"/>
          </a:xfrm>
          <a:custGeom>
            <a:avLst/>
            <a:gdLst/>
            <a:ahLst/>
            <a:cxnLst/>
            <a:rect l="l" t="t" r="r" b="b"/>
            <a:pathLst>
              <a:path w="2609992" h="1480163">
                <a:moveTo>
                  <a:pt x="0" y="0"/>
                </a:moveTo>
                <a:lnTo>
                  <a:pt x="2609993" y="0"/>
                </a:lnTo>
                <a:lnTo>
                  <a:pt x="2609993" y="1480163"/>
                </a:lnTo>
                <a:lnTo>
                  <a:pt x="0" y="14801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Freeform 26"/>
          <p:cNvSpPr/>
          <p:nvPr/>
        </p:nvSpPr>
        <p:spPr>
          <a:xfrm>
            <a:off x="220047" y="4192433"/>
            <a:ext cx="17416670" cy="6124241"/>
          </a:xfrm>
          <a:custGeom>
            <a:avLst/>
            <a:gdLst/>
            <a:ahLst/>
            <a:cxnLst/>
            <a:rect l="l" t="t" r="r" b="b"/>
            <a:pathLst>
              <a:path w="17416670" h="6124241">
                <a:moveTo>
                  <a:pt x="0" y="0"/>
                </a:moveTo>
                <a:lnTo>
                  <a:pt x="17416670" y="0"/>
                </a:lnTo>
                <a:lnTo>
                  <a:pt x="17416670" y="6124241"/>
                </a:lnTo>
                <a:lnTo>
                  <a:pt x="0" y="6124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247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27" name="Group 27"/>
          <p:cNvGrpSpPr/>
          <p:nvPr/>
        </p:nvGrpSpPr>
        <p:grpSpPr>
          <a:xfrm>
            <a:off x="220047" y="4014480"/>
            <a:ext cx="17416670" cy="1072722"/>
            <a:chOff x="0" y="0"/>
            <a:chExt cx="4587107" cy="2825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87106" cy="282528"/>
            </a:xfrm>
            <a:custGeom>
              <a:avLst/>
              <a:gdLst/>
              <a:ahLst/>
              <a:cxnLst/>
              <a:rect l="l" t="t" r="r" b="b"/>
              <a:pathLst>
                <a:path w="4587106" h="282528">
                  <a:moveTo>
                    <a:pt x="22670" y="0"/>
                  </a:moveTo>
                  <a:lnTo>
                    <a:pt x="4564437" y="0"/>
                  </a:lnTo>
                  <a:cubicBezTo>
                    <a:pt x="4576957" y="0"/>
                    <a:pt x="4587106" y="10150"/>
                    <a:pt x="4587106" y="22670"/>
                  </a:cubicBezTo>
                  <a:lnTo>
                    <a:pt x="4587106" y="259857"/>
                  </a:lnTo>
                  <a:cubicBezTo>
                    <a:pt x="4587106" y="265870"/>
                    <a:pt x="4584718" y="271636"/>
                    <a:pt x="4580467" y="275888"/>
                  </a:cubicBezTo>
                  <a:cubicBezTo>
                    <a:pt x="4576215" y="280139"/>
                    <a:pt x="4570449" y="282528"/>
                    <a:pt x="4564437" y="282528"/>
                  </a:cubicBezTo>
                  <a:lnTo>
                    <a:pt x="22670" y="282528"/>
                  </a:lnTo>
                  <a:cubicBezTo>
                    <a:pt x="10150" y="282528"/>
                    <a:pt x="0" y="272378"/>
                    <a:pt x="0" y="259857"/>
                  </a:cubicBezTo>
                  <a:lnTo>
                    <a:pt x="0" y="22670"/>
                  </a:lnTo>
                  <a:cubicBezTo>
                    <a:pt x="0" y="10150"/>
                    <a:pt x="10150" y="0"/>
                    <a:pt x="2267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52400" cap="rnd">
              <a:solidFill>
                <a:srgbClr val="FF3131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4587107" cy="3111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Procedimiento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8528" y="2817014"/>
            <a:ext cx="4720843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Implementación de ataques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48525" y="2817014"/>
            <a:ext cx="3678302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25068" y="2817014"/>
            <a:ext cx="4872209" cy="84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 y Resultados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443949" y="3848959"/>
            <a:ext cx="1271963" cy="6646207"/>
            <a:chOff x="0" y="0"/>
            <a:chExt cx="335003" cy="175044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35003" cy="1750441"/>
            </a:xfrm>
            <a:custGeom>
              <a:avLst/>
              <a:gdLst/>
              <a:ahLst/>
              <a:cxnLst/>
              <a:rect l="l" t="t" r="r" b="b"/>
              <a:pathLst>
                <a:path w="335003" h="1750441">
                  <a:moveTo>
                    <a:pt x="167501" y="0"/>
                  </a:moveTo>
                  <a:lnTo>
                    <a:pt x="167501" y="0"/>
                  </a:lnTo>
                  <a:cubicBezTo>
                    <a:pt x="211925" y="0"/>
                    <a:pt x="254530" y="17647"/>
                    <a:pt x="285943" y="49060"/>
                  </a:cubicBezTo>
                  <a:cubicBezTo>
                    <a:pt x="317355" y="80473"/>
                    <a:pt x="335003" y="123077"/>
                    <a:pt x="335003" y="167501"/>
                  </a:cubicBezTo>
                  <a:lnTo>
                    <a:pt x="335003" y="1582940"/>
                  </a:lnTo>
                  <a:cubicBezTo>
                    <a:pt x="335003" y="1675449"/>
                    <a:pt x="260010" y="1750441"/>
                    <a:pt x="167501" y="1750441"/>
                  </a:cubicBezTo>
                  <a:lnTo>
                    <a:pt x="167501" y="1750441"/>
                  </a:lnTo>
                  <a:cubicBezTo>
                    <a:pt x="74993" y="1750441"/>
                    <a:pt x="0" y="1675449"/>
                    <a:pt x="0" y="1582940"/>
                  </a:cubicBezTo>
                  <a:lnTo>
                    <a:pt x="0" y="167501"/>
                  </a:lnTo>
                  <a:cubicBezTo>
                    <a:pt x="0" y="74993"/>
                    <a:pt x="74993" y="0"/>
                    <a:pt x="1675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47DF28"/>
              </a:solidFill>
              <a:prstDash val="solid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335003" cy="1779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5769" y="2462602"/>
            <a:ext cx="5106360" cy="7405277"/>
            <a:chOff x="0" y="0"/>
            <a:chExt cx="1344885" cy="1950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6412" y="5074920"/>
            <a:ext cx="1060132" cy="1541145"/>
            <a:chOff x="0" y="0"/>
            <a:chExt cx="1413510" cy="2054860"/>
          </a:xfrm>
        </p:grpSpPr>
        <p:sp>
          <p:nvSpPr>
            <p:cNvPr id="9" name="Freeform 9"/>
            <p:cNvSpPr/>
            <p:nvPr/>
          </p:nvSpPr>
          <p:spPr>
            <a:xfrm>
              <a:off x="49530" y="48260"/>
              <a:ext cx="1315720" cy="1958340"/>
            </a:xfrm>
            <a:custGeom>
              <a:avLst/>
              <a:gdLst/>
              <a:ahLst/>
              <a:cxnLst/>
              <a:rect l="l" t="t" r="r" b="b"/>
              <a:pathLst>
                <a:path w="1315720" h="1958340">
                  <a:moveTo>
                    <a:pt x="753110" y="49530"/>
                  </a:moveTo>
                  <a:cubicBezTo>
                    <a:pt x="789940" y="195580"/>
                    <a:pt x="792480" y="241300"/>
                    <a:pt x="795020" y="304800"/>
                  </a:cubicBezTo>
                  <a:cubicBezTo>
                    <a:pt x="797560" y="400050"/>
                    <a:pt x="793750" y="563880"/>
                    <a:pt x="784860" y="669290"/>
                  </a:cubicBezTo>
                  <a:cubicBezTo>
                    <a:pt x="775970" y="751840"/>
                    <a:pt x="772160" y="801370"/>
                    <a:pt x="749300" y="887730"/>
                  </a:cubicBezTo>
                  <a:cubicBezTo>
                    <a:pt x="712470" y="1022350"/>
                    <a:pt x="613410" y="1261110"/>
                    <a:pt x="553720" y="1393190"/>
                  </a:cubicBezTo>
                  <a:cubicBezTo>
                    <a:pt x="514350" y="1480820"/>
                    <a:pt x="482600" y="1546860"/>
                    <a:pt x="443230" y="1609090"/>
                  </a:cubicBezTo>
                  <a:cubicBezTo>
                    <a:pt x="410210" y="1661160"/>
                    <a:pt x="383540" y="1699260"/>
                    <a:pt x="339090" y="1746250"/>
                  </a:cubicBezTo>
                  <a:cubicBezTo>
                    <a:pt x="279400" y="1809750"/>
                    <a:pt x="160020" y="1922780"/>
                    <a:pt x="109220" y="1946910"/>
                  </a:cubicBezTo>
                  <a:cubicBezTo>
                    <a:pt x="87630" y="1957070"/>
                    <a:pt x="73660" y="1958340"/>
                    <a:pt x="58420" y="1955800"/>
                  </a:cubicBezTo>
                  <a:cubicBezTo>
                    <a:pt x="43180" y="1951990"/>
                    <a:pt x="25400" y="1940560"/>
                    <a:pt x="15240" y="1927860"/>
                  </a:cubicBezTo>
                  <a:cubicBezTo>
                    <a:pt x="6350" y="1915160"/>
                    <a:pt x="1270" y="1893570"/>
                    <a:pt x="1270" y="1879600"/>
                  </a:cubicBezTo>
                  <a:cubicBezTo>
                    <a:pt x="1270" y="1866900"/>
                    <a:pt x="2540" y="1863090"/>
                    <a:pt x="12700" y="1846580"/>
                  </a:cubicBezTo>
                  <a:cubicBezTo>
                    <a:pt x="62230" y="1756410"/>
                    <a:pt x="494030" y="1300480"/>
                    <a:pt x="664210" y="1076960"/>
                  </a:cubicBezTo>
                  <a:cubicBezTo>
                    <a:pt x="786130" y="915670"/>
                    <a:pt x="889000" y="767080"/>
                    <a:pt x="957580" y="645160"/>
                  </a:cubicBezTo>
                  <a:cubicBezTo>
                    <a:pt x="1004570" y="563880"/>
                    <a:pt x="1028700" y="509270"/>
                    <a:pt x="1056640" y="430530"/>
                  </a:cubicBezTo>
                  <a:cubicBezTo>
                    <a:pt x="1087120" y="342900"/>
                    <a:pt x="1154430" y="157480"/>
                    <a:pt x="1127760" y="139700"/>
                  </a:cubicBezTo>
                  <a:cubicBezTo>
                    <a:pt x="1104900" y="124460"/>
                    <a:pt x="1014730" y="218440"/>
                    <a:pt x="935990" y="285750"/>
                  </a:cubicBezTo>
                  <a:cubicBezTo>
                    <a:pt x="793750" y="405130"/>
                    <a:pt x="511810" y="671830"/>
                    <a:pt x="370840" y="819150"/>
                  </a:cubicBezTo>
                  <a:cubicBezTo>
                    <a:pt x="278130" y="915670"/>
                    <a:pt x="143510" y="1055370"/>
                    <a:pt x="154940" y="1070610"/>
                  </a:cubicBezTo>
                  <a:cubicBezTo>
                    <a:pt x="161290" y="1079500"/>
                    <a:pt x="209550" y="1043940"/>
                    <a:pt x="255270" y="1028700"/>
                  </a:cubicBezTo>
                  <a:cubicBezTo>
                    <a:pt x="351790" y="998220"/>
                    <a:pt x="551180" y="958850"/>
                    <a:pt x="706120" y="918210"/>
                  </a:cubicBezTo>
                  <a:cubicBezTo>
                    <a:pt x="871220" y="872490"/>
                    <a:pt x="1163320" y="805180"/>
                    <a:pt x="1216660" y="767080"/>
                  </a:cubicBezTo>
                  <a:cubicBezTo>
                    <a:pt x="1229360" y="758190"/>
                    <a:pt x="1225550" y="744220"/>
                    <a:pt x="1234440" y="740410"/>
                  </a:cubicBezTo>
                  <a:cubicBezTo>
                    <a:pt x="1247140" y="735330"/>
                    <a:pt x="1277620" y="741680"/>
                    <a:pt x="1290320" y="750570"/>
                  </a:cubicBezTo>
                  <a:cubicBezTo>
                    <a:pt x="1301750" y="758190"/>
                    <a:pt x="1309370" y="774700"/>
                    <a:pt x="1313180" y="787400"/>
                  </a:cubicBezTo>
                  <a:cubicBezTo>
                    <a:pt x="1315720" y="796290"/>
                    <a:pt x="1315720" y="806450"/>
                    <a:pt x="1310640" y="815340"/>
                  </a:cubicBezTo>
                  <a:cubicBezTo>
                    <a:pt x="1305560" y="829310"/>
                    <a:pt x="1295400" y="845820"/>
                    <a:pt x="1271270" y="855980"/>
                  </a:cubicBezTo>
                  <a:cubicBezTo>
                    <a:pt x="1206500" y="882650"/>
                    <a:pt x="955040" y="840740"/>
                    <a:pt x="835660" y="847090"/>
                  </a:cubicBezTo>
                  <a:cubicBezTo>
                    <a:pt x="749300" y="850900"/>
                    <a:pt x="694690" y="861060"/>
                    <a:pt x="615950" y="873760"/>
                  </a:cubicBezTo>
                  <a:cubicBezTo>
                    <a:pt x="525780" y="887730"/>
                    <a:pt x="377190" y="953770"/>
                    <a:pt x="323850" y="934720"/>
                  </a:cubicBezTo>
                  <a:cubicBezTo>
                    <a:pt x="297180" y="924560"/>
                    <a:pt x="281940" y="895350"/>
                    <a:pt x="276860" y="872490"/>
                  </a:cubicBezTo>
                  <a:cubicBezTo>
                    <a:pt x="271780" y="849630"/>
                    <a:pt x="283210" y="820420"/>
                    <a:pt x="293370" y="796290"/>
                  </a:cubicBezTo>
                  <a:cubicBezTo>
                    <a:pt x="306070" y="768350"/>
                    <a:pt x="325120" y="745490"/>
                    <a:pt x="353060" y="717550"/>
                  </a:cubicBezTo>
                  <a:cubicBezTo>
                    <a:pt x="397510" y="674370"/>
                    <a:pt x="496570" y="582930"/>
                    <a:pt x="546100" y="571500"/>
                  </a:cubicBezTo>
                  <a:cubicBezTo>
                    <a:pt x="571500" y="565150"/>
                    <a:pt x="594360" y="574040"/>
                    <a:pt x="609600" y="584200"/>
                  </a:cubicBezTo>
                  <a:cubicBezTo>
                    <a:pt x="621030" y="591820"/>
                    <a:pt x="629920" y="607060"/>
                    <a:pt x="632460" y="621030"/>
                  </a:cubicBezTo>
                  <a:cubicBezTo>
                    <a:pt x="636270" y="635000"/>
                    <a:pt x="636270" y="651510"/>
                    <a:pt x="629920" y="665480"/>
                  </a:cubicBezTo>
                  <a:cubicBezTo>
                    <a:pt x="621030" y="680720"/>
                    <a:pt x="595630" y="701040"/>
                    <a:pt x="579120" y="706120"/>
                  </a:cubicBezTo>
                  <a:cubicBezTo>
                    <a:pt x="563880" y="709930"/>
                    <a:pt x="547370" y="706120"/>
                    <a:pt x="534670" y="699770"/>
                  </a:cubicBezTo>
                  <a:cubicBezTo>
                    <a:pt x="521970" y="693420"/>
                    <a:pt x="509270" y="681990"/>
                    <a:pt x="504190" y="668020"/>
                  </a:cubicBezTo>
                  <a:cubicBezTo>
                    <a:pt x="497840" y="651510"/>
                    <a:pt x="496570" y="619760"/>
                    <a:pt x="505460" y="603250"/>
                  </a:cubicBezTo>
                  <a:cubicBezTo>
                    <a:pt x="515620" y="586740"/>
                    <a:pt x="542290" y="571500"/>
                    <a:pt x="560070" y="568960"/>
                  </a:cubicBezTo>
                  <a:cubicBezTo>
                    <a:pt x="575310" y="566420"/>
                    <a:pt x="591820" y="571500"/>
                    <a:pt x="603250" y="579120"/>
                  </a:cubicBezTo>
                  <a:cubicBezTo>
                    <a:pt x="614680" y="586740"/>
                    <a:pt x="627380" y="599440"/>
                    <a:pt x="631190" y="613410"/>
                  </a:cubicBezTo>
                  <a:cubicBezTo>
                    <a:pt x="635000" y="631190"/>
                    <a:pt x="635000" y="656590"/>
                    <a:pt x="622300" y="678180"/>
                  </a:cubicBezTo>
                  <a:cubicBezTo>
                    <a:pt x="598170" y="717550"/>
                    <a:pt x="502920" y="772160"/>
                    <a:pt x="453390" y="800100"/>
                  </a:cubicBezTo>
                  <a:cubicBezTo>
                    <a:pt x="419100" y="819150"/>
                    <a:pt x="360680" y="842010"/>
                    <a:pt x="360680" y="839470"/>
                  </a:cubicBezTo>
                  <a:cubicBezTo>
                    <a:pt x="359410" y="838200"/>
                    <a:pt x="400050" y="811530"/>
                    <a:pt x="427990" y="800100"/>
                  </a:cubicBezTo>
                  <a:cubicBezTo>
                    <a:pt x="472440" y="782320"/>
                    <a:pt x="539750" y="769620"/>
                    <a:pt x="601980" y="758190"/>
                  </a:cubicBezTo>
                  <a:cubicBezTo>
                    <a:pt x="674370" y="745490"/>
                    <a:pt x="746760" y="734060"/>
                    <a:pt x="835660" y="730250"/>
                  </a:cubicBezTo>
                  <a:cubicBezTo>
                    <a:pt x="957580" y="723900"/>
                    <a:pt x="1196340" y="715010"/>
                    <a:pt x="1263650" y="739140"/>
                  </a:cubicBezTo>
                  <a:cubicBezTo>
                    <a:pt x="1289050" y="748030"/>
                    <a:pt x="1301750" y="758190"/>
                    <a:pt x="1308100" y="773430"/>
                  </a:cubicBezTo>
                  <a:cubicBezTo>
                    <a:pt x="1315720" y="788670"/>
                    <a:pt x="1311910" y="814070"/>
                    <a:pt x="1305560" y="829310"/>
                  </a:cubicBezTo>
                  <a:cubicBezTo>
                    <a:pt x="1299210" y="843280"/>
                    <a:pt x="1292860" y="849630"/>
                    <a:pt x="1273810" y="862330"/>
                  </a:cubicBezTo>
                  <a:cubicBezTo>
                    <a:pt x="1205230" y="904240"/>
                    <a:pt x="908050" y="982980"/>
                    <a:pt x="734060" y="1032510"/>
                  </a:cubicBezTo>
                  <a:cubicBezTo>
                    <a:pt x="571500" y="1078230"/>
                    <a:pt x="378460" y="1135380"/>
                    <a:pt x="262890" y="1150620"/>
                  </a:cubicBezTo>
                  <a:cubicBezTo>
                    <a:pt x="198120" y="1158240"/>
                    <a:pt x="142240" y="1174750"/>
                    <a:pt x="106680" y="1151890"/>
                  </a:cubicBezTo>
                  <a:cubicBezTo>
                    <a:pt x="73660" y="1131570"/>
                    <a:pt x="48260" y="1071880"/>
                    <a:pt x="50800" y="1031240"/>
                  </a:cubicBezTo>
                  <a:cubicBezTo>
                    <a:pt x="54610" y="986790"/>
                    <a:pt x="95250" y="951230"/>
                    <a:pt x="137160" y="899160"/>
                  </a:cubicBezTo>
                  <a:cubicBezTo>
                    <a:pt x="209550" y="808990"/>
                    <a:pt x="353060" y="670560"/>
                    <a:pt x="469900" y="554990"/>
                  </a:cubicBezTo>
                  <a:cubicBezTo>
                    <a:pt x="593090" y="433070"/>
                    <a:pt x="748030" y="280670"/>
                    <a:pt x="857250" y="186690"/>
                  </a:cubicBezTo>
                  <a:cubicBezTo>
                    <a:pt x="932180" y="121920"/>
                    <a:pt x="993140" y="62230"/>
                    <a:pt x="1052830" y="34290"/>
                  </a:cubicBezTo>
                  <a:cubicBezTo>
                    <a:pt x="1096010" y="13970"/>
                    <a:pt x="1140460" y="0"/>
                    <a:pt x="1174750" y="8890"/>
                  </a:cubicBezTo>
                  <a:cubicBezTo>
                    <a:pt x="1203960" y="15240"/>
                    <a:pt x="1234440" y="41910"/>
                    <a:pt x="1247140" y="67310"/>
                  </a:cubicBezTo>
                  <a:cubicBezTo>
                    <a:pt x="1258570" y="95250"/>
                    <a:pt x="1249680" y="128270"/>
                    <a:pt x="1243330" y="171450"/>
                  </a:cubicBezTo>
                  <a:cubicBezTo>
                    <a:pt x="1231900" y="247650"/>
                    <a:pt x="1196340" y="386080"/>
                    <a:pt x="1163320" y="478790"/>
                  </a:cubicBezTo>
                  <a:cubicBezTo>
                    <a:pt x="1134110" y="562610"/>
                    <a:pt x="1107440" y="622300"/>
                    <a:pt x="1059180" y="708660"/>
                  </a:cubicBezTo>
                  <a:cubicBezTo>
                    <a:pt x="988060" y="834390"/>
                    <a:pt x="881380" y="988060"/>
                    <a:pt x="758190" y="1154430"/>
                  </a:cubicBezTo>
                  <a:cubicBezTo>
                    <a:pt x="590550" y="1381760"/>
                    <a:pt x="232410" y="1864360"/>
                    <a:pt x="123190" y="1936750"/>
                  </a:cubicBezTo>
                  <a:cubicBezTo>
                    <a:pt x="93980" y="1955800"/>
                    <a:pt x="76200" y="1957070"/>
                    <a:pt x="58420" y="1955800"/>
                  </a:cubicBezTo>
                  <a:cubicBezTo>
                    <a:pt x="45720" y="1954530"/>
                    <a:pt x="36830" y="1948180"/>
                    <a:pt x="27940" y="1940560"/>
                  </a:cubicBezTo>
                  <a:cubicBezTo>
                    <a:pt x="16510" y="1930400"/>
                    <a:pt x="3810" y="1912620"/>
                    <a:pt x="2540" y="1896110"/>
                  </a:cubicBezTo>
                  <a:cubicBezTo>
                    <a:pt x="0" y="1878330"/>
                    <a:pt x="6350" y="1856740"/>
                    <a:pt x="22860" y="1833880"/>
                  </a:cubicBezTo>
                  <a:cubicBezTo>
                    <a:pt x="55880" y="1785620"/>
                    <a:pt x="181610" y="1713230"/>
                    <a:pt x="237490" y="1657350"/>
                  </a:cubicBezTo>
                  <a:cubicBezTo>
                    <a:pt x="278130" y="1615440"/>
                    <a:pt x="303530" y="1581150"/>
                    <a:pt x="334010" y="1535430"/>
                  </a:cubicBezTo>
                  <a:cubicBezTo>
                    <a:pt x="370840" y="1482090"/>
                    <a:pt x="403860" y="1428750"/>
                    <a:pt x="441960" y="1351280"/>
                  </a:cubicBezTo>
                  <a:cubicBezTo>
                    <a:pt x="500380" y="1229360"/>
                    <a:pt x="595630" y="996950"/>
                    <a:pt x="631190" y="867410"/>
                  </a:cubicBezTo>
                  <a:cubicBezTo>
                    <a:pt x="652780" y="786130"/>
                    <a:pt x="656590" y="740410"/>
                    <a:pt x="662940" y="661670"/>
                  </a:cubicBezTo>
                  <a:cubicBezTo>
                    <a:pt x="670560" y="561340"/>
                    <a:pt x="674370" y="422910"/>
                    <a:pt x="665480" y="314960"/>
                  </a:cubicBezTo>
                  <a:cubicBezTo>
                    <a:pt x="659130" y="222250"/>
                    <a:pt x="615950" y="102870"/>
                    <a:pt x="626110" y="54610"/>
                  </a:cubicBezTo>
                  <a:cubicBezTo>
                    <a:pt x="629920" y="34290"/>
                    <a:pt x="638810" y="24130"/>
                    <a:pt x="650240" y="15240"/>
                  </a:cubicBezTo>
                  <a:cubicBezTo>
                    <a:pt x="661670" y="6350"/>
                    <a:pt x="681990" y="2540"/>
                    <a:pt x="694690" y="2540"/>
                  </a:cubicBezTo>
                  <a:cubicBezTo>
                    <a:pt x="706120" y="2540"/>
                    <a:pt x="716280" y="6350"/>
                    <a:pt x="725170" y="12700"/>
                  </a:cubicBezTo>
                  <a:cubicBezTo>
                    <a:pt x="735330" y="20320"/>
                    <a:pt x="753110" y="49530"/>
                    <a:pt x="753110" y="49530"/>
                  </a:cubicBezTo>
                </a:path>
              </a:pathLst>
            </a:custGeom>
            <a:solidFill>
              <a:srgbClr val="C8AF8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50695" y="5343525"/>
            <a:ext cx="581025" cy="367665"/>
            <a:chOff x="0" y="0"/>
            <a:chExt cx="774700" cy="490220"/>
          </a:xfrm>
        </p:grpSpPr>
        <p:sp>
          <p:nvSpPr>
            <p:cNvPr id="11" name="Freeform 11"/>
            <p:cNvSpPr/>
            <p:nvPr/>
          </p:nvSpPr>
          <p:spPr>
            <a:xfrm>
              <a:off x="48260" y="45720"/>
              <a:ext cx="676910" cy="400050"/>
            </a:xfrm>
            <a:custGeom>
              <a:avLst/>
              <a:gdLst/>
              <a:ahLst/>
              <a:cxnLst/>
              <a:rect l="l" t="t" r="r" b="b"/>
              <a:pathLst>
                <a:path w="676910" h="400050">
                  <a:moveTo>
                    <a:pt x="214630" y="205740"/>
                  </a:moveTo>
                  <a:cubicBezTo>
                    <a:pt x="453390" y="63500"/>
                    <a:pt x="542290" y="15240"/>
                    <a:pt x="581660" y="6350"/>
                  </a:cubicBezTo>
                  <a:cubicBezTo>
                    <a:pt x="598170" y="2540"/>
                    <a:pt x="605790" y="1270"/>
                    <a:pt x="617220" y="5080"/>
                  </a:cubicBezTo>
                  <a:cubicBezTo>
                    <a:pt x="632460" y="8890"/>
                    <a:pt x="651510" y="22860"/>
                    <a:pt x="661670" y="34290"/>
                  </a:cubicBezTo>
                  <a:cubicBezTo>
                    <a:pt x="669290" y="43180"/>
                    <a:pt x="673100" y="55880"/>
                    <a:pt x="675640" y="67310"/>
                  </a:cubicBezTo>
                  <a:cubicBezTo>
                    <a:pt x="676910" y="78740"/>
                    <a:pt x="676910" y="91440"/>
                    <a:pt x="671830" y="102870"/>
                  </a:cubicBezTo>
                  <a:cubicBezTo>
                    <a:pt x="665480" y="116840"/>
                    <a:pt x="654050" y="135890"/>
                    <a:pt x="637540" y="143510"/>
                  </a:cubicBezTo>
                  <a:cubicBezTo>
                    <a:pt x="618490" y="152400"/>
                    <a:pt x="588010" y="138430"/>
                    <a:pt x="560070" y="144780"/>
                  </a:cubicBezTo>
                  <a:cubicBezTo>
                    <a:pt x="524510" y="152400"/>
                    <a:pt x="486410" y="176530"/>
                    <a:pt x="443230" y="196850"/>
                  </a:cubicBezTo>
                  <a:cubicBezTo>
                    <a:pt x="387350" y="224790"/>
                    <a:pt x="306070" y="264160"/>
                    <a:pt x="251460" y="299720"/>
                  </a:cubicBezTo>
                  <a:cubicBezTo>
                    <a:pt x="207010" y="328930"/>
                    <a:pt x="172720" y="382270"/>
                    <a:pt x="138430" y="391160"/>
                  </a:cubicBezTo>
                  <a:cubicBezTo>
                    <a:pt x="114300" y="396240"/>
                    <a:pt x="86360" y="388620"/>
                    <a:pt x="71120" y="375920"/>
                  </a:cubicBezTo>
                  <a:cubicBezTo>
                    <a:pt x="55880" y="363220"/>
                    <a:pt x="44450" y="332740"/>
                    <a:pt x="45720" y="312420"/>
                  </a:cubicBezTo>
                  <a:cubicBezTo>
                    <a:pt x="45720" y="295910"/>
                    <a:pt x="50800" y="281940"/>
                    <a:pt x="68580" y="265430"/>
                  </a:cubicBezTo>
                  <a:cubicBezTo>
                    <a:pt x="123190" y="219710"/>
                    <a:pt x="452120" y="138430"/>
                    <a:pt x="518160" y="130810"/>
                  </a:cubicBezTo>
                  <a:cubicBezTo>
                    <a:pt x="535940" y="128270"/>
                    <a:pt x="541020" y="128270"/>
                    <a:pt x="552450" y="132080"/>
                  </a:cubicBezTo>
                  <a:cubicBezTo>
                    <a:pt x="567690" y="137160"/>
                    <a:pt x="585470" y="148590"/>
                    <a:pt x="594360" y="162560"/>
                  </a:cubicBezTo>
                  <a:cubicBezTo>
                    <a:pt x="603250" y="176530"/>
                    <a:pt x="607060" y="198120"/>
                    <a:pt x="604520" y="213360"/>
                  </a:cubicBezTo>
                  <a:cubicBezTo>
                    <a:pt x="601980" y="229870"/>
                    <a:pt x="595630" y="246380"/>
                    <a:pt x="579120" y="259080"/>
                  </a:cubicBezTo>
                  <a:cubicBezTo>
                    <a:pt x="552450" y="279400"/>
                    <a:pt x="491490" y="288290"/>
                    <a:pt x="431800" y="294640"/>
                  </a:cubicBezTo>
                  <a:cubicBezTo>
                    <a:pt x="337820" y="306070"/>
                    <a:pt x="140970" y="309880"/>
                    <a:pt x="72390" y="293370"/>
                  </a:cubicBezTo>
                  <a:cubicBezTo>
                    <a:pt x="44450" y="285750"/>
                    <a:pt x="26670" y="276860"/>
                    <a:pt x="15240" y="262890"/>
                  </a:cubicBezTo>
                  <a:cubicBezTo>
                    <a:pt x="6350" y="251460"/>
                    <a:pt x="1270" y="234950"/>
                    <a:pt x="2540" y="219710"/>
                  </a:cubicBezTo>
                  <a:cubicBezTo>
                    <a:pt x="5080" y="201930"/>
                    <a:pt x="21590" y="175260"/>
                    <a:pt x="36830" y="163830"/>
                  </a:cubicBezTo>
                  <a:cubicBezTo>
                    <a:pt x="48260" y="154940"/>
                    <a:pt x="66040" y="152400"/>
                    <a:pt x="80010" y="154940"/>
                  </a:cubicBezTo>
                  <a:cubicBezTo>
                    <a:pt x="93980" y="156210"/>
                    <a:pt x="110490" y="163830"/>
                    <a:pt x="120650" y="172720"/>
                  </a:cubicBezTo>
                  <a:cubicBezTo>
                    <a:pt x="130810" y="182880"/>
                    <a:pt x="138430" y="198120"/>
                    <a:pt x="140970" y="212090"/>
                  </a:cubicBezTo>
                  <a:cubicBezTo>
                    <a:pt x="143510" y="226060"/>
                    <a:pt x="142240" y="243840"/>
                    <a:pt x="134620" y="256540"/>
                  </a:cubicBezTo>
                  <a:cubicBezTo>
                    <a:pt x="124460" y="271780"/>
                    <a:pt x="97790" y="289560"/>
                    <a:pt x="80010" y="293370"/>
                  </a:cubicBezTo>
                  <a:cubicBezTo>
                    <a:pt x="66040" y="295910"/>
                    <a:pt x="49530" y="290830"/>
                    <a:pt x="36830" y="283210"/>
                  </a:cubicBezTo>
                  <a:cubicBezTo>
                    <a:pt x="25400" y="276860"/>
                    <a:pt x="12700" y="262890"/>
                    <a:pt x="7620" y="250190"/>
                  </a:cubicBezTo>
                  <a:cubicBezTo>
                    <a:pt x="2540" y="236220"/>
                    <a:pt x="0" y="219710"/>
                    <a:pt x="5080" y="205740"/>
                  </a:cubicBezTo>
                  <a:cubicBezTo>
                    <a:pt x="11430" y="187960"/>
                    <a:pt x="24130" y="168910"/>
                    <a:pt x="49530" y="157480"/>
                  </a:cubicBezTo>
                  <a:cubicBezTo>
                    <a:pt x="111760" y="129540"/>
                    <a:pt x="335280" y="154940"/>
                    <a:pt x="422910" y="147320"/>
                  </a:cubicBezTo>
                  <a:cubicBezTo>
                    <a:pt x="472440" y="142240"/>
                    <a:pt x="506730" y="125730"/>
                    <a:pt x="535940" y="129540"/>
                  </a:cubicBezTo>
                  <a:cubicBezTo>
                    <a:pt x="554990" y="130810"/>
                    <a:pt x="571500" y="138430"/>
                    <a:pt x="582930" y="148590"/>
                  </a:cubicBezTo>
                  <a:cubicBezTo>
                    <a:pt x="595630" y="160020"/>
                    <a:pt x="604520" y="180340"/>
                    <a:pt x="605790" y="195580"/>
                  </a:cubicBezTo>
                  <a:cubicBezTo>
                    <a:pt x="607060" y="212090"/>
                    <a:pt x="599440" y="233680"/>
                    <a:pt x="591820" y="246380"/>
                  </a:cubicBezTo>
                  <a:cubicBezTo>
                    <a:pt x="584200" y="256540"/>
                    <a:pt x="580390" y="259080"/>
                    <a:pt x="563880" y="267970"/>
                  </a:cubicBezTo>
                  <a:cubicBezTo>
                    <a:pt x="506730" y="298450"/>
                    <a:pt x="199390" y="400050"/>
                    <a:pt x="120650" y="393700"/>
                  </a:cubicBezTo>
                  <a:cubicBezTo>
                    <a:pt x="90170" y="389890"/>
                    <a:pt x="71120" y="378460"/>
                    <a:pt x="59690" y="363220"/>
                  </a:cubicBezTo>
                  <a:cubicBezTo>
                    <a:pt x="48260" y="350520"/>
                    <a:pt x="44450" y="327660"/>
                    <a:pt x="45720" y="312420"/>
                  </a:cubicBezTo>
                  <a:cubicBezTo>
                    <a:pt x="45720" y="300990"/>
                    <a:pt x="49530" y="290830"/>
                    <a:pt x="57150" y="279400"/>
                  </a:cubicBezTo>
                  <a:cubicBezTo>
                    <a:pt x="67310" y="262890"/>
                    <a:pt x="83820" y="245110"/>
                    <a:pt x="109220" y="224790"/>
                  </a:cubicBezTo>
                  <a:cubicBezTo>
                    <a:pt x="163830" y="181610"/>
                    <a:pt x="292100" y="99060"/>
                    <a:pt x="382270" y="62230"/>
                  </a:cubicBezTo>
                  <a:cubicBezTo>
                    <a:pt x="461010" y="30480"/>
                    <a:pt x="575310" y="0"/>
                    <a:pt x="617220" y="5080"/>
                  </a:cubicBezTo>
                  <a:cubicBezTo>
                    <a:pt x="633730" y="6350"/>
                    <a:pt x="640080" y="12700"/>
                    <a:pt x="648970" y="20320"/>
                  </a:cubicBezTo>
                  <a:cubicBezTo>
                    <a:pt x="660400" y="31750"/>
                    <a:pt x="673100" y="49530"/>
                    <a:pt x="675640" y="67310"/>
                  </a:cubicBezTo>
                  <a:cubicBezTo>
                    <a:pt x="676910" y="86360"/>
                    <a:pt x="671830" y="110490"/>
                    <a:pt x="651510" y="132080"/>
                  </a:cubicBezTo>
                  <a:cubicBezTo>
                    <a:pt x="612140" y="177800"/>
                    <a:pt x="448310" y="224790"/>
                    <a:pt x="382270" y="264160"/>
                  </a:cubicBezTo>
                  <a:cubicBezTo>
                    <a:pt x="342900" y="288290"/>
                    <a:pt x="317500" y="323850"/>
                    <a:pt x="289560" y="334010"/>
                  </a:cubicBezTo>
                  <a:cubicBezTo>
                    <a:pt x="271780" y="340360"/>
                    <a:pt x="252730" y="341630"/>
                    <a:pt x="237490" y="336550"/>
                  </a:cubicBezTo>
                  <a:cubicBezTo>
                    <a:pt x="220980" y="331470"/>
                    <a:pt x="204470" y="317500"/>
                    <a:pt x="195580" y="303530"/>
                  </a:cubicBezTo>
                  <a:cubicBezTo>
                    <a:pt x="187960" y="289560"/>
                    <a:pt x="184150" y="267970"/>
                    <a:pt x="186690" y="251460"/>
                  </a:cubicBezTo>
                  <a:cubicBezTo>
                    <a:pt x="190500" y="234950"/>
                    <a:pt x="214630" y="205740"/>
                    <a:pt x="214630" y="205740"/>
                  </a:cubicBezTo>
                </a:path>
              </a:pathLst>
            </a:custGeom>
            <a:solidFill>
              <a:srgbClr val="C8AF8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674620" y="5767388"/>
            <a:ext cx="303847" cy="980123"/>
            <a:chOff x="0" y="0"/>
            <a:chExt cx="405130" cy="1306830"/>
          </a:xfrm>
        </p:grpSpPr>
        <p:sp>
          <p:nvSpPr>
            <p:cNvPr id="13" name="Freeform 13"/>
            <p:cNvSpPr/>
            <p:nvPr/>
          </p:nvSpPr>
          <p:spPr>
            <a:xfrm>
              <a:off x="46990" y="50800"/>
              <a:ext cx="320040" cy="1206500"/>
            </a:xfrm>
            <a:custGeom>
              <a:avLst/>
              <a:gdLst/>
              <a:ahLst/>
              <a:cxnLst/>
              <a:rect l="l" t="t" r="r" b="b"/>
              <a:pathLst>
                <a:path w="320040" h="1206500">
                  <a:moveTo>
                    <a:pt x="300990" y="83820"/>
                  </a:moveTo>
                  <a:cubicBezTo>
                    <a:pt x="287020" y="403860"/>
                    <a:pt x="248920" y="500380"/>
                    <a:pt x="234950" y="582930"/>
                  </a:cubicBezTo>
                  <a:cubicBezTo>
                    <a:pt x="222250" y="654050"/>
                    <a:pt x="217170" y="728980"/>
                    <a:pt x="213360" y="782320"/>
                  </a:cubicBezTo>
                  <a:cubicBezTo>
                    <a:pt x="210820" y="817880"/>
                    <a:pt x="205740" y="842010"/>
                    <a:pt x="209550" y="872490"/>
                  </a:cubicBezTo>
                  <a:cubicBezTo>
                    <a:pt x="213360" y="901700"/>
                    <a:pt x="246380" y="955040"/>
                    <a:pt x="238760" y="961390"/>
                  </a:cubicBezTo>
                  <a:cubicBezTo>
                    <a:pt x="229870" y="967740"/>
                    <a:pt x="189230" y="911860"/>
                    <a:pt x="162560" y="910590"/>
                  </a:cubicBezTo>
                  <a:cubicBezTo>
                    <a:pt x="134620" y="909320"/>
                    <a:pt x="76200" y="963930"/>
                    <a:pt x="73660" y="961390"/>
                  </a:cubicBezTo>
                  <a:cubicBezTo>
                    <a:pt x="71120" y="958850"/>
                    <a:pt x="114300" y="910590"/>
                    <a:pt x="140970" y="900430"/>
                  </a:cubicBezTo>
                  <a:cubicBezTo>
                    <a:pt x="171450" y="889000"/>
                    <a:pt x="219710" y="887730"/>
                    <a:pt x="247650" y="901700"/>
                  </a:cubicBezTo>
                  <a:cubicBezTo>
                    <a:pt x="275590" y="915670"/>
                    <a:pt x="297180" y="951230"/>
                    <a:pt x="307340" y="984250"/>
                  </a:cubicBezTo>
                  <a:cubicBezTo>
                    <a:pt x="320040" y="1023620"/>
                    <a:pt x="312420" y="1094740"/>
                    <a:pt x="302260" y="1127760"/>
                  </a:cubicBezTo>
                  <a:cubicBezTo>
                    <a:pt x="297180" y="1148080"/>
                    <a:pt x="288290" y="1160780"/>
                    <a:pt x="276860" y="1172210"/>
                  </a:cubicBezTo>
                  <a:cubicBezTo>
                    <a:pt x="265430" y="1183640"/>
                    <a:pt x="250190" y="1193800"/>
                    <a:pt x="234950" y="1198880"/>
                  </a:cubicBezTo>
                  <a:cubicBezTo>
                    <a:pt x="218440" y="1205230"/>
                    <a:pt x="200660" y="1206500"/>
                    <a:pt x="184150" y="1203960"/>
                  </a:cubicBezTo>
                  <a:cubicBezTo>
                    <a:pt x="167640" y="1201420"/>
                    <a:pt x="151130" y="1195070"/>
                    <a:pt x="137160" y="1183640"/>
                  </a:cubicBezTo>
                  <a:cubicBezTo>
                    <a:pt x="120650" y="1169670"/>
                    <a:pt x="102870" y="1141730"/>
                    <a:pt x="96520" y="1120140"/>
                  </a:cubicBezTo>
                  <a:cubicBezTo>
                    <a:pt x="92710" y="1103630"/>
                    <a:pt x="105410" y="1085850"/>
                    <a:pt x="99060" y="1069340"/>
                  </a:cubicBezTo>
                  <a:cubicBezTo>
                    <a:pt x="88900" y="1047750"/>
                    <a:pt x="44450" y="1032510"/>
                    <a:pt x="27940" y="1007110"/>
                  </a:cubicBezTo>
                  <a:cubicBezTo>
                    <a:pt x="12700" y="981710"/>
                    <a:pt x="0" y="946150"/>
                    <a:pt x="3810" y="916940"/>
                  </a:cubicBezTo>
                  <a:cubicBezTo>
                    <a:pt x="8890" y="885190"/>
                    <a:pt x="33020" y="839470"/>
                    <a:pt x="59690" y="825500"/>
                  </a:cubicBezTo>
                  <a:cubicBezTo>
                    <a:pt x="85090" y="810260"/>
                    <a:pt x="133350" y="817880"/>
                    <a:pt x="160020" y="824230"/>
                  </a:cubicBezTo>
                  <a:cubicBezTo>
                    <a:pt x="180340" y="830580"/>
                    <a:pt x="195580" y="842010"/>
                    <a:pt x="210820" y="853440"/>
                  </a:cubicBezTo>
                  <a:cubicBezTo>
                    <a:pt x="223520" y="864870"/>
                    <a:pt x="237490" y="876300"/>
                    <a:pt x="245110" y="891540"/>
                  </a:cubicBezTo>
                  <a:cubicBezTo>
                    <a:pt x="252730" y="905510"/>
                    <a:pt x="257810" y="924560"/>
                    <a:pt x="257810" y="941070"/>
                  </a:cubicBezTo>
                  <a:cubicBezTo>
                    <a:pt x="257810" y="957580"/>
                    <a:pt x="255270" y="975360"/>
                    <a:pt x="246380" y="990600"/>
                  </a:cubicBezTo>
                  <a:cubicBezTo>
                    <a:pt x="234950" y="1009650"/>
                    <a:pt x="209550" y="1032510"/>
                    <a:pt x="190500" y="1041400"/>
                  </a:cubicBezTo>
                  <a:cubicBezTo>
                    <a:pt x="173990" y="1049020"/>
                    <a:pt x="156210" y="1050290"/>
                    <a:pt x="139700" y="1049020"/>
                  </a:cubicBezTo>
                  <a:cubicBezTo>
                    <a:pt x="121920" y="1046480"/>
                    <a:pt x="101600" y="1040130"/>
                    <a:pt x="87630" y="1027430"/>
                  </a:cubicBezTo>
                  <a:cubicBezTo>
                    <a:pt x="71120" y="1014730"/>
                    <a:pt x="54610" y="989330"/>
                    <a:pt x="48260" y="971550"/>
                  </a:cubicBezTo>
                  <a:cubicBezTo>
                    <a:pt x="43180" y="960120"/>
                    <a:pt x="43180" y="948690"/>
                    <a:pt x="44450" y="937260"/>
                  </a:cubicBezTo>
                  <a:cubicBezTo>
                    <a:pt x="44450" y="925830"/>
                    <a:pt x="45720" y="915670"/>
                    <a:pt x="50800" y="904240"/>
                  </a:cubicBezTo>
                  <a:cubicBezTo>
                    <a:pt x="59690" y="887730"/>
                    <a:pt x="76200" y="862330"/>
                    <a:pt x="95250" y="850900"/>
                  </a:cubicBezTo>
                  <a:cubicBezTo>
                    <a:pt x="113030" y="839470"/>
                    <a:pt x="143510" y="835660"/>
                    <a:pt x="161290" y="835660"/>
                  </a:cubicBezTo>
                  <a:cubicBezTo>
                    <a:pt x="173990" y="835660"/>
                    <a:pt x="182880" y="838200"/>
                    <a:pt x="194310" y="844550"/>
                  </a:cubicBezTo>
                  <a:cubicBezTo>
                    <a:pt x="210820" y="853440"/>
                    <a:pt x="234950" y="876300"/>
                    <a:pt x="245110" y="891540"/>
                  </a:cubicBezTo>
                  <a:cubicBezTo>
                    <a:pt x="251460" y="901700"/>
                    <a:pt x="254000" y="913130"/>
                    <a:pt x="256540" y="923290"/>
                  </a:cubicBezTo>
                  <a:cubicBezTo>
                    <a:pt x="257810" y="934720"/>
                    <a:pt x="259080" y="946150"/>
                    <a:pt x="256540" y="958850"/>
                  </a:cubicBezTo>
                  <a:cubicBezTo>
                    <a:pt x="252730" y="976630"/>
                    <a:pt x="241300" y="1003300"/>
                    <a:pt x="224790" y="1018540"/>
                  </a:cubicBezTo>
                  <a:cubicBezTo>
                    <a:pt x="209550" y="1033780"/>
                    <a:pt x="181610" y="1045210"/>
                    <a:pt x="163830" y="1047750"/>
                  </a:cubicBezTo>
                  <a:cubicBezTo>
                    <a:pt x="151130" y="1050290"/>
                    <a:pt x="142240" y="1050290"/>
                    <a:pt x="129540" y="1046480"/>
                  </a:cubicBezTo>
                  <a:cubicBezTo>
                    <a:pt x="111760" y="1041400"/>
                    <a:pt x="85090" y="1028700"/>
                    <a:pt x="69850" y="1012190"/>
                  </a:cubicBezTo>
                  <a:cubicBezTo>
                    <a:pt x="55880" y="995680"/>
                    <a:pt x="45720" y="970280"/>
                    <a:pt x="44450" y="948690"/>
                  </a:cubicBezTo>
                  <a:cubicBezTo>
                    <a:pt x="43180" y="927100"/>
                    <a:pt x="53340" y="899160"/>
                    <a:pt x="62230" y="882650"/>
                  </a:cubicBezTo>
                  <a:cubicBezTo>
                    <a:pt x="68580" y="871220"/>
                    <a:pt x="76200" y="864870"/>
                    <a:pt x="85090" y="858520"/>
                  </a:cubicBezTo>
                  <a:cubicBezTo>
                    <a:pt x="93980" y="850900"/>
                    <a:pt x="102870" y="843280"/>
                    <a:pt x="115570" y="842010"/>
                  </a:cubicBezTo>
                  <a:cubicBezTo>
                    <a:pt x="138430" y="836930"/>
                    <a:pt x="187960" y="842010"/>
                    <a:pt x="210820" y="853440"/>
                  </a:cubicBezTo>
                  <a:cubicBezTo>
                    <a:pt x="227330" y="862330"/>
                    <a:pt x="237490" y="876300"/>
                    <a:pt x="245110" y="891540"/>
                  </a:cubicBezTo>
                  <a:cubicBezTo>
                    <a:pt x="252730" y="905510"/>
                    <a:pt x="257810" y="924560"/>
                    <a:pt x="257810" y="941070"/>
                  </a:cubicBezTo>
                  <a:cubicBezTo>
                    <a:pt x="257810" y="957580"/>
                    <a:pt x="254000" y="975360"/>
                    <a:pt x="246380" y="990600"/>
                  </a:cubicBezTo>
                  <a:cubicBezTo>
                    <a:pt x="238760" y="1005840"/>
                    <a:pt x="226060" y="1019810"/>
                    <a:pt x="213360" y="1028700"/>
                  </a:cubicBezTo>
                  <a:cubicBezTo>
                    <a:pt x="199390" y="1038860"/>
                    <a:pt x="181610" y="1045210"/>
                    <a:pt x="165100" y="1047750"/>
                  </a:cubicBezTo>
                  <a:cubicBezTo>
                    <a:pt x="148590" y="1050290"/>
                    <a:pt x="130810" y="1050290"/>
                    <a:pt x="114300" y="1042670"/>
                  </a:cubicBezTo>
                  <a:cubicBezTo>
                    <a:pt x="92710" y="1032510"/>
                    <a:pt x="46990" y="993140"/>
                    <a:pt x="50800" y="986790"/>
                  </a:cubicBezTo>
                  <a:cubicBezTo>
                    <a:pt x="55880" y="977900"/>
                    <a:pt x="134620" y="1017270"/>
                    <a:pt x="166370" y="1009650"/>
                  </a:cubicBezTo>
                  <a:cubicBezTo>
                    <a:pt x="194310" y="1002030"/>
                    <a:pt x="217170" y="948690"/>
                    <a:pt x="237490" y="951230"/>
                  </a:cubicBezTo>
                  <a:cubicBezTo>
                    <a:pt x="259080" y="955040"/>
                    <a:pt x="279400" y="1009650"/>
                    <a:pt x="290830" y="1040130"/>
                  </a:cubicBezTo>
                  <a:cubicBezTo>
                    <a:pt x="300990" y="1068070"/>
                    <a:pt x="307340" y="1104900"/>
                    <a:pt x="302260" y="1127760"/>
                  </a:cubicBezTo>
                  <a:cubicBezTo>
                    <a:pt x="298450" y="1145540"/>
                    <a:pt x="289560" y="1159510"/>
                    <a:pt x="276860" y="1172210"/>
                  </a:cubicBezTo>
                  <a:cubicBezTo>
                    <a:pt x="261620" y="1187450"/>
                    <a:pt x="231140" y="1201420"/>
                    <a:pt x="209550" y="1203960"/>
                  </a:cubicBezTo>
                  <a:cubicBezTo>
                    <a:pt x="191770" y="1206500"/>
                    <a:pt x="173990" y="1202690"/>
                    <a:pt x="160020" y="1196340"/>
                  </a:cubicBezTo>
                  <a:cubicBezTo>
                    <a:pt x="144780" y="1189990"/>
                    <a:pt x="129540" y="1178560"/>
                    <a:pt x="119380" y="1165860"/>
                  </a:cubicBezTo>
                  <a:cubicBezTo>
                    <a:pt x="107950" y="1153160"/>
                    <a:pt x="100330" y="1136650"/>
                    <a:pt x="96520" y="1120140"/>
                  </a:cubicBezTo>
                  <a:cubicBezTo>
                    <a:pt x="93980" y="1104900"/>
                    <a:pt x="87630" y="1079500"/>
                    <a:pt x="99060" y="1069340"/>
                  </a:cubicBezTo>
                  <a:cubicBezTo>
                    <a:pt x="116840" y="1054100"/>
                    <a:pt x="236220" y="1079500"/>
                    <a:pt x="236220" y="1085850"/>
                  </a:cubicBezTo>
                  <a:cubicBezTo>
                    <a:pt x="236220" y="1090930"/>
                    <a:pt x="133350" y="1123950"/>
                    <a:pt x="97790" y="1104900"/>
                  </a:cubicBezTo>
                  <a:cubicBezTo>
                    <a:pt x="54610" y="1080770"/>
                    <a:pt x="27940" y="975360"/>
                    <a:pt x="13970" y="922020"/>
                  </a:cubicBezTo>
                  <a:cubicBezTo>
                    <a:pt x="5080" y="882650"/>
                    <a:pt x="6350" y="858520"/>
                    <a:pt x="6350" y="817880"/>
                  </a:cubicBezTo>
                  <a:cubicBezTo>
                    <a:pt x="7620" y="763270"/>
                    <a:pt x="12700" y="695960"/>
                    <a:pt x="25400" y="618490"/>
                  </a:cubicBezTo>
                  <a:cubicBezTo>
                    <a:pt x="43180" y="511810"/>
                    <a:pt x="99060" y="341630"/>
                    <a:pt x="114300" y="237490"/>
                  </a:cubicBezTo>
                  <a:cubicBezTo>
                    <a:pt x="125730" y="165100"/>
                    <a:pt x="114300" y="90170"/>
                    <a:pt x="128270" y="54610"/>
                  </a:cubicBezTo>
                  <a:cubicBezTo>
                    <a:pt x="134620" y="36830"/>
                    <a:pt x="142240" y="29210"/>
                    <a:pt x="153670" y="20320"/>
                  </a:cubicBezTo>
                  <a:cubicBezTo>
                    <a:pt x="168910" y="10160"/>
                    <a:pt x="195580" y="0"/>
                    <a:pt x="214630" y="0"/>
                  </a:cubicBezTo>
                  <a:cubicBezTo>
                    <a:pt x="234950" y="1270"/>
                    <a:pt x="259080" y="11430"/>
                    <a:pt x="274320" y="25400"/>
                  </a:cubicBezTo>
                  <a:cubicBezTo>
                    <a:pt x="288290" y="39370"/>
                    <a:pt x="300990" y="83820"/>
                    <a:pt x="300990" y="83820"/>
                  </a:cubicBezTo>
                </a:path>
              </a:pathLst>
            </a:custGeom>
            <a:solidFill>
              <a:srgbClr val="C8AF8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64229" y="5634990"/>
            <a:ext cx="835343" cy="401955"/>
            <a:chOff x="0" y="0"/>
            <a:chExt cx="1113790" cy="535940"/>
          </a:xfrm>
        </p:grpSpPr>
        <p:sp>
          <p:nvSpPr>
            <p:cNvPr id="15" name="Freeform 15"/>
            <p:cNvSpPr/>
            <p:nvPr/>
          </p:nvSpPr>
          <p:spPr>
            <a:xfrm>
              <a:off x="49530" y="49530"/>
              <a:ext cx="1016000" cy="444500"/>
            </a:xfrm>
            <a:custGeom>
              <a:avLst/>
              <a:gdLst/>
              <a:ahLst/>
              <a:cxnLst/>
              <a:rect l="l" t="t" r="r" b="b"/>
              <a:pathLst>
                <a:path w="1016000" h="444500">
                  <a:moveTo>
                    <a:pt x="127000" y="8890"/>
                  </a:moveTo>
                  <a:cubicBezTo>
                    <a:pt x="405130" y="137160"/>
                    <a:pt x="530860" y="124460"/>
                    <a:pt x="617220" y="137160"/>
                  </a:cubicBezTo>
                  <a:cubicBezTo>
                    <a:pt x="685800" y="148590"/>
                    <a:pt x="759460" y="154940"/>
                    <a:pt x="797560" y="179070"/>
                  </a:cubicBezTo>
                  <a:cubicBezTo>
                    <a:pt x="821690" y="193040"/>
                    <a:pt x="836930" y="212090"/>
                    <a:pt x="844550" y="233680"/>
                  </a:cubicBezTo>
                  <a:cubicBezTo>
                    <a:pt x="852170" y="254000"/>
                    <a:pt x="850900" y="284480"/>
                    <a:pt x="843280" y="304800"/>
                  </a:cubicBezTo>
                  <a:cubicBezTo>
                    <a:pt x="834390" y="325120"/>
                    <a:pt x="814070" y="347980"/>
                    <a:pt x="795020" y="356870"/>
                  </a:cubicBezTo>
                  <a:cubicBezTo>
                    <a:pt x="774700" y="367030"/>
                    <a:pt x="740410" y="367030"/>
                    <a:pt x="723900" y="364490"/>
                  </a:cubicBezTo>
                  <a:cubicBezTo>
                    <a:pt x="713740" y="363220"/>
                    <a:pt x="706120" y="363220"/>
                    <a:pt x="701040" y="355600"/>
                  </a:cubicBezTo>
                  <a:cubicBezTo>
                    <a:pt x="690880" y="340360"/>
                    <a:pt x="688340" y="275590"/>
                    <a:pt x="704850" y="254000"/>
                  </a:cubicBezTo>
                  <a:cubicBezTo>
                    <a:pt x="720090" y="232410"/>
                    <a:pt x="760730" y="228600"/>
                    <a:pt x="792480" y="223520"/>
                  </a:cubicBezTo>
                  <a:cubicBezTo>
                    <a:pt x="828040" y="218440"/>
                    <a:pt x="878840" y="222250"/>
                    <a:pt x="909320" y="226060"/>
                  </a:cubicBezTo>
                  <a:cubicBezTo>
                    <a:pt x="929640" y="229870"/>
                    <a:pt x="943610" y="231140"/>
                    <a:pt x="957580" y="238760"/>
                  </a:cubicBezTo>
                  <a:cubicBezTo>
                    <a:pt x="972820" y="246380"/>
                    <a:pt x="986790" y="259080"/>
                    <a:pt x="995680" y="271780"/>
                  </a:cubicBezTo>
                  <a:cubicBezTo>
                    <a:pt x="1004570" y="285750"/>
                    <a:pt x="1010920" y="302260"/>
                    <a:pt x="1013460" y="318770"/>
                  </a:cubicBezTo>
                  <a:cubicBezTo>
                    <a:pt x="1014730" y="334010"/>
                    <a:pt x="1014730" y="351790"/>
                    <a:pt x="1007110" y="368300"/>
                  </a:cubicBezTo>
                  <a:cubicBezTo>
                    <a:pt x="998220" y="387350"/>
                    <a:pt x="976630" y="412750"/>
                    <a:pt x="957580" y="424180"/>
                  </a:cubicBezTo>
                  <a:cubicBezTo>
                    <a:pt x="943610" y="433070"/>
                    <a:pt x="933450" y="433070"/>
                    <a:pt x="909320" y="435610"/>
                  </a:cubicBezTo>
                  <a:cubicBezTo>
                    <a:pt x="848360" y="441960"/>
                    <a:pt x="629920" y="434340"/>
                    <a:pt x="579120" y="420370"/>
                  </a:cubicBezTo>
                  <a:cubicBezTo>
                    <a:pt x="562610" y="416560"/>
                    <a:pt x="558800" y="414020"/>
                    <a:pt x="548640" y="405130"/>
                  </a:cubicBezTo>
                  <a:cubicBezTo>
                    <a:pt x="534670" y="392430"/>
                    <a:pt x="516890" y="369570"/>
                    <a:pt x="510540" y="349250"/>
                  </a:cubicBezTo>
                  <a:cubicBezTo>
                    <a:pt x="505460" y="328930"/>
                    <a:pt x="509270" y="299720"/>
                    <a:pt x="514350" y="281940"/>
                  </a:cubicBezTo>
                  <a:cubicBezTo>
                    <a:pt x="518160" y="269240"/>
                    <a:pt x="523240" y="261620"/>
                    <a:pt x="532130" y="252730"/>
                  </a:cubicBezTo>
                  <a:cubicBezTo>
                    <a:pt x="544830" y="240030"/>
                    <a:pt x="572770" y="222250"/>
                    <a:pt x="589280" y="217170"/>
                  </a:cubicBezTo>
                  <a:cubicBezTo>
                    <a:pt x="601980" y="213360"/>
                    <a:pt x="610870" y="213360"/>
                    <a:pt x="623570" y="215900"/>
                  </a:cubicBezTo>
                  <a:cubicBezTo>
                    <a:pt x="641350" y="218440"/>
                    <a:pt x="670560" y="232410"/>
                    <a:pt x="684530" y="243840"/>
                  </a:cubicBezTo>
                  <a:cubicBezTo>
                    <a:pt x="694690" y="251460"/>
                    <a:pt x="701040" y="259080"/>
                    <a:pt x="706120" y="270510"/>
                  </a:cubicBezTo>
                  <a:cubicBezTo>
                    <a:pt x="712470" y="288290"/>
                    <a:pt x="720090" y="316230"/>
                    <a:pt x="716280" y="337820"/>
                  </a:cubicBezTo>
                  <a:cubicBezTo>
                    <a:pt x="713740" y="358140"/>
                    <a:pt x="701040" y="382270"/>
                    <a:pt x="685800" y="397510"/>
                  </a:cubicBezTo>
                  <a:cubicBezTo>
                    <a:pt x="669290" y="411480"/>
                    <a:pt x="645160" y="422910"/>
                    <a:pt x="623570" y="425450"/>
                  </a:cubicBezTo>
                  <a:cubicBezTo>
                    <a:pt x="603250" y="427990"/>
                    <a:pt x="576580" y="422910"/>
                    <a:pt x="557530" y="411480"/>
                  </a:cubicBezTo>
                  <a:cubicBezTo>
                    <a:pt x="539750" y="400050"/>
                    <a:pt x="521970" y="379730"/>
                    <a:pt x="514350" y="359410"/>
                  </a:cubicBezTo>
                  <a:cubicBezTo>
                    <a:pt x="506730" y="340360"/>
                    <a:pt x="505460" y="313690"/>
                    <a:pt x="510540" y="292100"/>
                  </a:cubicBezTo>
                  <a:cubicBezTo>
                    <a:pt x="515620" y="271780"/>
                    <a:pt x="530860" y="248920"/>
                    <a:pt x="548640" y="236220"/>
                  </a:cubicBezTo>
                  <a:cubicBezTo>
                    <a:pt x="565150" y="223520"/>
                    <a:pt x="588010" y="219710"/>
                    <a:pt x="612140" y="214630"/>
                  </a:cubicBezTo>
                  <a:cubicBezTo>
                    <a:pt x="645160" y="208280"/>
                    <a:pt x="684530" y="205740"/>
                    <a:pt x="730250" y="208280"/>
                  </a:cubicBezTo>
                  <a:cubicBezTo>
                    <a:pt x="795020" y="209550"/>
                    <a:pt x="911860" y="214630"/>
                    <a:pt x="957580" y="238760"/>
                  </a:cubicBezTo>
                  <a:cubicBezTo>
                    <a:pt x="984250" y="252730"/>
                    <a:pt x="998220" y="274320"/>
                    <a:pt x="1007110" y="294640"/>
                  </a:cubicBezTo>
                  <a:cubicBezTo>
                    <a:pt x="1014730" y="309880"/>
                    <a:pt x="1016000" y="326390"/>
                    <a:pt x="1013460" y="344170"/>
                  </a:cubicBezTo>
                  <a:cubicBezTo>
                    <a:pt x="1009650" y="364490"/>
                    <a:pt x="995680" y="393700"/>
                    <a:pt x="979170" y="408940"/>
                  </a:cubicBezTo>
                  <a:cubicBezTo>
                    <a:pt x="961390" y="424180"/>
                    <a:pt x="941070" y="431800"/>
                    <a:pt x="909320" y="435610"/>
                  </a:cubicBezTo>
                  <a:cubicBezTo>
                    <a:pt x="848360" y="444500"/>
                    <a:pt x="689610" y="435610"/>
                    <a:pt x="629920" y="411480"/>
                  </a:cubicBezTo>
                  <a:cubicBezTo>
                    <a:pt x="596900" y="396240"/>
                    <a:pt x="577850" y="377190"/>
                    <a:pt x="562610" y="351790"/>
                  </a:cubicBezTo>
                  <a:cubicBezTo>
                    <a:pt x="547370" y="325120"/>
                    <a:pt x="538480" y="281940"/>
                    <a:pt x="544830" y="252730"/>
                  </a:cubicBezTo>
                  <a:cubicBezTo>
                    <a:pt x="551180" y="224790"/>
                    <a:pt x="572770" y="194310"/>
                    <a:pt x="598170" y="179070"/>
                  </a:cubicBezTo>
                  <a:cubicBezTo>
                    <a:pt x="626110" y="162560"/>
                    <a:pt x="674370" y="161290"/>
                    <a:pt x="709930" y="162560"/>
                  </a:cubicBezTo>
                  <a:cubicBezTo>
                    <a:pt x="740410" y="162560"/>
                    <a:pt x="775970" y="167640"/>
                    <a:pt x="797560" y="179070"/>
                  </a:cubicBezTo>
                  <a:cubicBezTo>
                    <a:pt x="814070" y="186690"/>
                    <a:pt x="825500" y="196850"/>
                    <a:pt x="833120" y="210820"/>
                  </a:cubicBezTo>
                  <a:cubicBezTo>
                    <a:pt x="843280" y="228600"/>
                    <a:pt x="850900" y="260350"/>
                    <a:pt x="849630" y="280670"/>
                  </a:cubicBezTo>
                  <a:cubicBezTo>
                    <a:pt x="848360" y="298450"/>
                    <a:pt x="842010" y="312420"/>
                    <a:pt x="831850" y="326390"/>
                  </a:cubicBezTo>
                  <a:cubicBezTo>
                    <a:pt x="819150" y="341630"/>
                    <a:pt x="803910" y="358140"/>
                    <a:pt x="772160" y="365760"/>
                  </a:cubicBezTo>
                  <a:cubicBezTo>
                    <a:pt x="689610" y="384810"/>
                    <a:pt x="383540" y="328930"/>
                    <a:pt x="281940" y="299720"/>
                  </a:cubicBezTo>
                  <a:cubicBezTo>
                    <a:pt x="233680" y="285750"/>
                    <a:pt x="215900" y="273050"/>
                    <a:pt x="179070" y="252730"/>
                  </a:cubicBezTo>
                  <a:cubicBezTo>
                    <a:pt x="134620" y="229870"/>
                    <a:pt x="66040" y="187960"/>
                    <a:pt x="38100" y="163830"/>
                  </a:cubicBezTo>
                  <a:cubicBezTo>
                    <a:pt x="24130" y="151130"/>
                    <a:pt x="16510" y="143510"/>
                    <a:pt x="10160" y="130810"/>
                  </a:cubicBezTo>
                  <a:cubicBezTo>
                    <a:pt x="3810" y="118110"/>
                    <a:pt x="0" y="102870"/>
                    <a:pt x="1270" y="88900"/>
                  </a:cubicBezTo>
                  <a:cubicBezTo>
                    <a:pt x="3810" y="69850"/>
                    <a:pt x="12700" y="43180"/>
                    <a:pt x="26670" y="29210"/>
                  </a:cubicBezTo>
                  <a:cubicBezTo>
                    <a:pt x="40640" y="15240"/>
                    <a:pt x="66040" y="3810"/>
                    <a:pt x="83820" y="1270"/>
                  </a:cubicBezTo>
                  <a:cubicBezTo>
                    <a:pt x="99060" y="0"/>
                    <a:pt x="127000" y="8890"/>
                    <a:pt x="127000" y="8890"/>
                  </a:cubicBezTo>
                </a:path>
              </a:pathLst>
            </a:custGeom>
            <a:solidFill>
              <a:srgbClr val="C8AF8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76412" y="3304691"/>
            <a:ext cx="3106953" cy="1481778"/>
          </a:xfrm>
          <a:custGeom>
            <a:avLst/>
            <a:gdLst/>
            <a:ahLst/>
            <a:cxnLst/>
            <a:rect l="l" t="t" r="r" b="b"/>
            <a:pathLst>
              <a:path w="3106953" h="1481778">
                <a:moveTo>
                  <a:pt x="0" y="0"/>
                </a:moveTo>
                <a:lnTo>
                  <a:pt x="3106954" y="0"/>
                </a:lnTo>
                <a:lnTo>
                  <a:pt x="3106954" y="1481778"/>
                </a:lnTo>
                <a:lnTo>
                  <a:pt x="0" y="148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7" name="Group 17"/>
          <p:cNvGrpSpPr/>
          <p:nvPr/>
        </p:nvGrpSpPr>
        <p:grpSpPr>
          <a:xfrm>
            <a:off x="11525980" y="2389075"/>
            <a:ext cx="5106360" cy="7405277"/>
            <a:chOff x="0" y="0"/>
            <a:chExt cx="1344885" cy="19503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85333" y="2422290"/>
            <a:ext cx="5106360" cy="7405277"/>
            <a:chOff x="0" y="0"/>
            <a:chExt cx="1344885" cy="19503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6443949" y="7036797"/>
            <a:ext cx="4478601" cy="867048"/>
          </a:xfrm>
          <a:custGeom>
            <a:avLst/>
            <a:gdLst/>
            <a:ahLst/>
            <a:cxnLst/>
            <a:rect l="l" t="t" r="r" b="b"/>
            <a:pathLst>
              <a:path w="4478601" h="867048">
                <a:moveTo>
                  <a:pt x="0" y="0"/>
                </a:moveTo>
                <a:lnTo>
                  <a:pt x="4478601" y="0"/>
                </a:lnTo>
                <a:lnTo>
                  <a:pt x="4478601" y="867048"/>
                </a:lnTo>
                <a:lnTo>
                  <a:pt x="0" y="86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>
            <a:off x="6443949" y="3450228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4"/>
                </a:lnTo>
                <a:lnTo>
                  <a:pt x="0" y="338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3906930" y="4192433"/>
            <a:ext cx="1344226" cy="745800"/>
          </a:xfrm>
          <a:custGeom>
            <a:avLst/>
            <a:gdLst/>
            <a:ahLst/>
            <a:cxnLst/>
            <a:rect l="l" t="t" r="r" b="b"/>
            <a:pathLst>
              <a:path w="1344226" h="745800">
                <a:moveTo>
                  <a:pt x="0" y="0"/>
                </a:moveTo>
                <a:lnTo>
                  <a:pt x="1344226" y="0"/>
                </a:lnTo>
                <a:lnTo>
                  <a:pt x="1344226" y="745799"/>
                </a:lnTo>
                <a:lnTo>
                  <a:pt x="0" y="745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Freeform 26"/>
          <p:cNvSpPr/>
          <p:nvPr/>
        </p:nvSpPr>
        <p:spPr>
          <a:xfrm>
            <a:off x="3574104" y="5801201"/>
            <a:ext cx="1816894" cy="1816894"/>
          </a:xfrm>
          <a:custGeom>
            <a:avLst/>
            <a:gdLst/>
            <a:ahLst/>
            <a:cxnLst/>
            <a:rect l="l" t="t" r="r" b="b"/>
            <a:pathLst>
              <a:path w="1816894" h="1816894">
                <a:moveTo>
                  <a:pt x="0" y="0"/>
                </a:moveTo>
                <a:lnTo>
                  <a:pt x="1816894" y="0"/>
                </a:lnTo>
                <a:lnTo>
                  <a:pt x="1816894" y="1816894"/>
                </a:lnTo>
                <a:lnTo>
                  <a:pt x="0" y="1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7" name="Freeform 27"/>
          <p:cNvSpPr/>
          <p:nvPr/>
        </p:nvSpPr>
        <p:spPr>
          <a:xfrm>
            <a:off x="1465781" y="5343525"/>
            <a:ext cx="2023168" cy="2023168"/>
          </a:xfrm>
          <a:custGeom>
            <a:avLst/>
            <a:gdLst/>
            <a:ahLst/>
            <a:cxnLst/>
            <a:rect l="l" t="t" r="r" b="b"/>
            <a:pathLst>
              <a:path w="2023168" h="2023168">
                <a:moveTo>
                  <a:pt x="0" y="0"/>
                </a:moveTo>
                <a:lnTo>
                  <a:pt x="2023169" y="0"/>
                </a:lnTo>
                <a:lnTo>
                  <a:pt x="2023169" y="2023168"/>
                </a:lnTo>
                <a:lnTo>
                  <a:pt x="0" y="2023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8" name="Freeform 28"/>
          <p:cNvSpPr/>
          <p:nvPr/>
        </p:nvSpPr>
        <p:spPr>
          <a:xfrm>
            <a:off x="3549988" y="7675245"/>
            <a:ext cx="2397220" cy="1346933"/>
          </a:xfrm>
          <a:custGeom>
            <a:avLst/>
            <a:gdLst/>
            <a:ahLst/>
            <a:cxnLst/>
            <a:rect l="l" t="t" r="r" b="b"/>
            <a:pathLst>
              <a:path w="2397220" h="1346933">
                <a:moveTo>
                  <a:pt x="0" y="0"/>
                </a:moveTo>
                <a:lnTo>
                  <a:pt x="2397220" y="0"/>
                </a:lnTo>
                <a:lnTo>
                  <a:pt x="2397220" y="1346933"/>
                </a:lnTo>
                <a:lnTo>
                  <a:pt x="0" y="1346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9" name="Freeform 29"/>
          <p:cNvSpPr/>
          <p:nvPr/>
        </p:nvSpPr>
        <p:spPr>
          <a:xfrm>
            <a:off x="1465781" y="7903845"/>
            <a:ext cx="2280189" cy="1249213"/>
          </a:xfrm>
          <a:custGeom>
            <a:avLst/>
            <a:gdLst/>
            <a:ahLst/>
            <a:cxnLst/>
            <a:rect l="l" t="t" r="r" b="b"/>
            <a:pathLst>
              <a:path w="2280189" h="1249213">
                <a:moveTo>
                  <a:pt x="0" y="0"/>
                </a:moveTo>
                <a:lnTo>
                  <a:pt x="2280189" y="0"/>
                </a:lnTo>
                <a:lnTo>
                  <a:pt x="2280189" y="1249213"/>
                </a:lnTo>
                <a:lnTo>
                  <a:pt x="0" y="1249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0" name="Freeform 30"/>
          <p:cNvSpPr/>
          <p:nvPr/>
        </p:nvSpPr>
        <p:spPr>
          <a:xfrm>
            <a:off x="12432578" y="7246986"/>
            <a:ext cx="3257189" cy="2011314"/>
          </a:xfrm>
          <a:custGeom>
            <a:avLst/>
            <a:gdLst/>
            <a:ahLst/>
            <a:cxnLst/>
            <a:rect l="l" t="t" r="r" b="b"/>
            <a:pathLst>
              <a:path w="3257189" h="2011314">
                <a:moveTo>
                  <a:pt x="0" y="0"/>
                </a:moveTo>
                <a:lnTo>
                  <a:pt x="3257189" y="0"/>
                </a:lnTo>
                <a:lnTo>
                  <a:pt x="3257189" y="2011314"/>
                </a:lnTo>
                <a:lnTo>
                  <a:pt x="0" y="2011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1" name="Freeform 31"/>
          <p:cNvSpPr/>
          <p:nvPr/>
        </p:nvSpPr>
        <p:spPr>
          <a:xfrm>
            <a:off x="14270146" y="5711190"/>
            <a:ext cx="1924639" cy="1280760"/>
          </a:xfrm>
          <a:custGeom>
            <a:avLst/>
            <a:gdLst/>
            <a:ahLst/>
            <a:cxnLst/>
            <a:rect l="l" t="t" r="r" b="b"/>
            <a:pathLst>
              <a:path w="1924639" h="1280760">
                <a:moveTo>
                  <a:pt x="0" y="0"/>
                </a:moveTo>
                <a:lnTo>
                  <a:pt x="1924639" y="0"/>
                </a:lnTo>
                <a:lnTo>
                  <a:pt x="1924639" y="1280760"/>
                </a:lnTo>
                <a:lnTo>
                  <a:pt x="0" y="1280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2" name="Freeform 32"/>
          <p:cNvSpPr/>
          <p:nvPr/>
        </p:nvSpPr>
        <p:spPr>
          <a:xfrm>
            <a:off x="12348968" y="5586869"/>
            <a:ext cx="1536479" cy="1536479"/>
          </a:xfrm>
          <a:custGeom>
            <a:avLst/>
            <a:gdLst/>
            <a:ahLst/>
            <a:cxnLst/>
            <a:rect l="l" t="t" r="r" b="b"/>
            <a:pathLst>
              <a:path w="1536479" h="1536479">
                <a:moveTo>
                  <a:pt x="0" y="0"/>
                </a:moveTo>
                <a:lnTo>
                  <a:pt x="1536480" y="0"/>
                </a:lnTo>
                <a:lnTo>
                  <a:pt x="1536480" y="1536480"/>
                </a:lnTo>
                <a:lnTo>
                  <a:pt x="0" y="1536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3" name="Freeform 33"/>
          <p:cNvSpPr/>
          <p:nvPr/>
        </p:nvSpPr>
        <p:spPr>
          <a:xfrm>
            <a:off x="12622473" y="3982881"/>
            <a:ext cx="2609992" cy="1480163"/>
          </a:xfrm>
          <a:custGeom>
            <a:avLst/>
            <a:gdLst/>
            <a:ahLst/>
            <a:cxnLst/>
            <a:rect l="l" t="t" r="r" b="b"/>
            <a:pathLst>
              <a:path w="2609992" h="1480163">
                <a:moveTo>
                  <a:pt x="0" y="0"/>
                </a:moveTo>
                <a:lnTo>
                  <a:pt x="2609993" y="0"/>
                </a:lnTo>
                <a:lnTo>
                  <a:pt x="2609993" y="1480163"/>
                </a:lnTo>
                <a:lnTo>
                  <a:pt x="0" y="14801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4" name="Freeform 34"/>
          <p:cNvSpPr/>
          <p:nvPr/>
        </p:nvSpPr>
        <p:spPr>
          <a:xfrm>
            <a:off x="520111" y="5143500"/>
            <a:ext cx="17585818" cy="4967994"/>
          </a:xfrm>
          <a:custGeom>
            <a:avLst/>
            <a:gdLst/>
            <a:ahLst/>
            <a:cxnLst/>
            <a:rect l="l" t="t" r="r" b="b"/>
            <a:pathLst>
              <a:path w="17585818" h="4967994">
                <a:moveTo>
                  <a:pt x="0" y="0"/>
                </a:moveTo>
                <a:lnTo>
                  <a:pt x="17585818" y="0"/>
                </a:lnTo>
                <a:lnTo>
                  <a:pt x="17585818" y="4967994"/>
                </a:lnTo>
                <a:lnTo>
                  <a:pt x="0" y="49679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5" name="Freeform 35"/>
          <p:cNvSpPr/>
          <p:nvPr/>
        </p:nvSpPr>
        <p:spPr>
          <a:xfrm>
            <a:off x="459034" y="7299960"/>
            <a:ext cx="5126224" cy="2787384"/>
          </a:xfrm>
          <a:custGeom>
            <a:avLst/>
            <a:gdLst/>
            <a:ahLst/>
            <a:cxnLst/>
            <a:rect l="l" t="t" r="r" b="b"/>
            <a:pathLst>
              <a:path w="5126224" h="2787384">
                <a:moveTo>
                  <a:pt x="0" y="0"/>
                </a:moveTo>
                <a:lnTo>
                  <a:pt x="5126224" y="0"/>
                </a:lnTo>
                <a:lnTo>
                  <a:pt x="5126224" y="2787384"/>
                </a:lnTo>
                <a:lnTo>
                  <a:pt x="0" y="278738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6" name="TextBox 36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Procedimiento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8528" y="2817014"/>
            <a:ext cx="4720843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Implementación de ataques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8525" y="2817014"/>
            <a:ext cx="3678302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25068" y="2817014"/>
            <a:ext cx="4872209" cy="84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 y Resultados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5769" y="2462602"/>
            <a:ext cx="5106360" cy="7405277"/>
            <a:chOff x="0" y="0"/>
            <a:chExt cx="1344885" cy="1950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76412" y="3304691"/>
            <a:ext cx="3106953" cy="1481778"/>
          </a:xfrm>
          <a:custGeom>
            <a:avLst/>
            <a:gdLst/>
            <a:ahLst/>
            <a:cxnLst/>
            <a:rect l="l" t="t" r="r" b="b"/>
            <a:pathLst>
              <a:path w="3106953" h="1481778">
                <a:moveTo>
                  <a:pt x="0" y="0"/>
                </a:moveTo>
                <a:lnTo>
                  <a:pt x="3106954" y="0"/>
                </a:lnTo>
                <a:lnTo>
                  <a:pt x="3106954" y="1481778"/>
                </a:lnTo>
                <a:lnTo>
                  <a:pt x="0" y="148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9" name="Group 9"/>
          <p:cNvGrpSpPr/>
          <p:nvPr/>
        </p:nvGrpSpPr>
        <p:grpSpPr>
          <a:xfrm>
            <a:off x="11525980" y="2389075"/>
            <a:ext cx="5106360" cy="7405277"/>
            <a:chOff x="0" y="0"/>
            <a:chExt cx="1344885" cy="19503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85333" y="2422290"/>
            <a:ext cx="5106360" cy="7405277"/>
            <a:chOff x="0" y="0"/>
            <a:chExt cx="1344885" cy="19503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43949" y="7036797"/>
            <a:ext cx="4478601" cy="867048"/>
          </a:xfrm>
          <a:custGeom>
            <a:avLst/>
            <a:gdLst/>
            <a:ahLst/>
            <a:cxnLst/>
            <a:rect l="l" t="t" r="r" b="b"/>
            <a:pathLst>
              <a:path w="4478601" h="867048">
                <a:moveTo>
                  <a:pt x="0" y="0"/>
                </a:moveTo>
                <a:lnTo>
                  <a:pt x="4478601" y="0"/>
                </a:lnTo>
                <a:lnTo>
                  <a:pt x="4478601" y="867048"/>
                </a:lnTo>
                <a:lnTo>
                  <a:pt x="0" y="86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443949" y="3450228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4"/>
                </a:lnTo>
                <a:lnTo>
                  <a:pt x="0" y="338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3906930" y="4192433"/>
            <a:ext cx="1344226" cy="745800"/>
          </a:xfrm>
          <a:custGeom>
            <a:avLst/>
            <a:gdLst/>
            <a:ahLst/>
            <a:cxnLst/>
            <a:rect l="l" t="t" r="r" b="b"/>
            <a:pathLst>
              <a:path w="1344226" h="745800">
                <a:moveTo>
                  <a:pt x="0" y="0"/>
                </a:moveTo>
                <a:lnTo>
                  <a:pt x="1344226" y="0"/>
                </a:lnTo>
                <a:lnTo>
                  <a:pt x="1344226" y="745799"/>
                </a:lnTo>
                <a:lnTo>
                  <a:pt x="0" y="745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3574104" y="5801201"/>
            <a:ext cx="1816894" cy="1816894"/>
          </a:xfrm>
          <a:custGeom>
            <a:avLst/>
            <a:gdLst/>
            <a:ahLst/>
            <a:cxnLst/>
            <a:rect l="l" t="t" r="r" b="b"/>
            <a:pathLst>
              <a:path w="1816894" h="1816894">
                <a:moveTo>
                  <a:pt x="0" y="0"/>
                </a:moveTo>
                <a:lnTo>
                  <a:pt x="1816894" y="0"/>
                </a:lnTo>
                <a:lnTo>
                  <a:pt x="1816894" y="1816894"/>
                </a:lnTo>
                <a:lnTo>
                  <a:pt x="0" y="1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1312811" y="5339986"/>
            <a:ext cx="2023168" cy="2023168"/>
          </a:xfrm>
          <a:custGeom>
            <a:avLst/>
            <a:gdLst/>
            <a:ahLst/>
            <a:cxnLst/>
            <a:rect l="l" t="t" r="r" b="b"/>
            <a:pathLst>
              <a:path w="2023168" h="2023168">
                <a:moveTo>
                  <a:pt x="0" y="0"/>
                </a:moveTo>
                <a:lnTo>
                  <a:pt x="2023168" y="0"/>
                </a:lnTo>
                <a:lnTo>
                  <a:pt x="2023168" y="2023168"/>
                </a:lnTo>
                <a:lnTo>
                  <a:pt x="0" y="2023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3549988" y="7675245"/>
            <a:ext cx="2397220" cy="1346933"/>
          </a:xfrm>
          <a:custGeom>
            <a:avLst/>
            <a:gdLst/>
            <a:ahLst/>
            <a:cxnLst/>
            <a:rect l="l" t="t" r="r" b="b"/>
            <a:pathLst>
              <a:path w="2397220" h="1346933">
                <a:moveTo>
                  <a:pt x="0" y="0"/>
                </a:moveTo>
                <a:lnTo>
                  <a:pt x="2397220" y="0"/>
                </a:lnTo>
                <a:lnTo>
                  <a:pt x="2397220" y="1346933"/>
                </a:lnTo>
                <a:lnTo>
                  <a:pt x="0" y="1346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1465781" y="7903845"/>
            <a:ext cx="2280189" cy="1249213"/>
          </a:xfrm>
          <a:custGeom>
            <a:avLst/>
            <a:gdLst/>
            <a:ahLst/>
            <a:cxnLst/>
            <a:rect l="l" t="t" r="r" b="b"/>
            <a:pathLst>
              <a:path w="2280189" h="1249213">
                <a:moveTo>
                  <a:pt x="0" y="0"/>
                </a:moveTo>
                <a:lnTo>
                  <a:pt x="2280189" y="0"/>
                </a:lnTo>
                <a:lnTo>
                  <a:pt x="2280189" y="1249213"/>
                </a:lnTo>
                <a:lnTo>
                  <a:pt x="0" y="1249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12432578" y="7246986"/>
            <a:ext cx="3257189" cy="2011314"/>
          </a:xfrm>
          <a:custGeom>
            <a:avLst/>
            <a:gdLst/>
            <a:ahLst/>
            <a:cxnLst/>
            <a:rect l="l" t="t" r="r" b="b"/>
            <a:pathLst>
              <a:path w="3257189" h="2011314">
                <a:moveTo>
                  <a:pt x="0" y="0"/>
                </a:moveTo>
                <a:lnTo>
                  <a:pt x="3257189" y="0"/>
                </a:lnTo>
                <a:lnTo>
                  <a:pt x="3257189" y="2011314"/>
                </a:lnTo>
                <a:lnTo>
                  <a:pt x="0" y="2011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Freeform 23"/>
          <p:cNvSpPr/>
          <p:nvPr/>
        </p:nvSpPr>
        <p:spPr>
          <a:xfrm>
            <a:off x="14270146" y="5711190"/>
            <a:ext cx="1924639" cy="1280760"/>
          </a:xfrm>
          <a:custGeom>
            <a:avLst/>
            <a:gdLst/>
            <a:ahLst/>
            <a:cxnLst/>
            <a:rect l="l" t="t" r="r" b="b"/>
            <a:pathLst>
              <a:path w="1924639" h="1280760">
                <a:moveTo>
                  <a:pt x="0" y="0"/>
                </a:moveTo>
                <a:lnTo>
                  <a:pt x="1924639" y="0"/>
                </a:lnTo>
                <a:lnTo>
                  <a:pt x="1924639" y="1280760"/>
                </a:lnTo>
                <a:lnTo>
                  <a:pt x="0" y="1280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>
            <a:off x="12348968" y="5586869"/>
            <a:ext cx="1536479" cy="1536479"/>
          </a:xfrm>
          <a:custGeom>
            <a:avLst/>
            <a:gdLst/>
            <a:ahLst/>
            <a:cxnLst/>
            <a:rect l="l" t="t" r="r" b="b"/>
            <a:pathLst>
              <a:path w="1536479" h="1536479">
                <a:moveTo>
                  <a:pt x="0" y="0"/>
                </a:moveTo>
                <a:lnTo>
                  <a:pt x="1536480" y="0"/>
                </a:lnTo>
                <a:lnTo>
                  <a:pt x="1536480" y="1536480"/>
                </a:lnTo>
                <a:lnTo>
                  <a:pt x="0" y="1536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12622473" y="3982881"/>
            <a:ext cx="2609992" cy="1480163"/>
          </a:xfrm>
          <a:custGeom>
            <a:avLst/>
            <a:gdLst/>
            <a:ahLst/>
            <a:cxnLst/>
            <a:rect l="l" t="t" r="r" b="b"/>
            <a:pathLst>
              <a:path w="2609992" h="1480163">
                <a:moveTo>
                  <a:pt x="0" y="0"/>
                </a:moveTo>
                <a:lnTo>
                  <a:pt x="2609993" y="0"/>
                </a:lnTo>
                <a:lnTo>
                  <a:pt x="2609993" y="1480163"/>
                </a:lnTo>
                <a:lnTo>
                  <a:pt x="0" y="14801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TextBox 26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Procedimiento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8528" y="2817014"/>
            <a:ext cx="4720843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Implementación de ataques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48525" y="2817014"/>
            <a:ext cx="3678302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25068" y="2817014"/>
            <a:ext cx="4872209" cy="84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 y Resultados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224083"/>
            <a:ext cx="16534859" cy="2624909"/>
          </a:xfrm>
          <a:custGeom>
            <a:avLst/>
            <a:gdLst/>
            <a:ahLst/>
            <a:cxnLst/>
            <a:rect l="l" t="t" r="r" b="b"/>
            <a:pathLst>
              <a:path w="16534859" h="2624909">
                <a:moveTo>
                  <a:pt x="0" y="0"/>
                </a:moveTo>
                <a:lnTo>
                  <a:pt x="16534859" y="0"/>
                </a:lnTo>
                <a:lnTo>
                  <a:pt x="16534859" y="2624909"/>
                </a:lnTo>
                <a:lnTo>
                  <a:pt x="0" y="2624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028700" y="4848992"/>
            <a:ext cx="7777719" cy="534610"/>
          </a:xfrm>
          <a:custGeom>
            <a:avLst/>
            <a:gdLst/>
            <a:ahLst/>
            <a:cxnLst/>
            <a:rect l="l" t="t" r="r" b="b"/>
            <a:pathLst>
              <a:path w="7777719" h="534610">
                <a:moveTo>
                  <a:pt x="0" y="0"/>
                </a:moveTo>
                <a:lnTo>
                  <a:pt x="7777719" y="0"/>
                </a:lnTo>
                <a:lnTo>
                  <a:pt x="7777719" y="534611"/>
                </a:lnTo>
                <a:lnTo>
                  <a:pt x="0" y="534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8806419" y="4848992"/>
            <a:ext cx="7927974" cy="4865794"/>
          </a:xfrm>
          <a:custGeom>
            <a:avLst/>
            <a:gdLst/>
            <a:ahLst/>
            <a:cxnLst/>
            <a:rect l="l" t="t" r="r" b="b"/>
            <a:pathLst>
              <a:path w="7927974" h="4865794">
                <a:moveTo>
                  <a:pt x="0" y="0"/>
                </a:moveTo>
                <a:lnTo>
                  <a:pt x="7927974" y="0"/>
                </a:lnTo>
                <a:lnTo>
                  <a:pt x="7927974" y="4865794"/>
                </a:lnTo>
                <a:lnTo>
                  <a:pt x="0" y="4865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Implementación de ataques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5769" y="2462602"/>
            <a:ext cx="5106360" cy="7405277"/>
            <a:chOff x="0" y="0"/>
            <a:chExt cx="1344885" cy="1950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76412" y="3304691"/>
            <a:ext cx="3106953" cy="1481778"/>
          </a:xfrm>
          <a:custGeom>
            <a:avLst/>
            <a:gdLst/>
            <a:ahLst/>
            <a:cxnLst/>
            <a:rect l="l" t="t" r="r" b="b"/>
            <a:pathLst>
              <a:path w="3106953" h="1481778">
                <a:moveTo>
                  <a:pt x="0" y="0"/>
                </a:moveTo>
                <a:lnTo>
                  <a:pt x="3106954" y="0"/>
                </a:lnTo>
                <a:lnTo>
                  <a:pt x="3106954" y="1481778"/>
                </a:lnTo>
                <a:lnTo>
                  <a:pt x="0" y="148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9" name="Group 9"/>
          <p:cNvGrpSpPr/>
          <p:nvPr/>
        </p:nvGrpSpPr>
        <p:grpSpPr>
          <a:xfrm>
            <a:off x="11525980" y="2389075"/>
            <a:ext cx="5106360" cy="7405277"/>
            <a:chOff x="0" y="0"/>
            <a:chExt cx="1344885" cy="19503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85333" y="2422290"/>
            <a:ext cx="5106360" cy="7405277"/>
            <a:chOff x="0" y="0"/>
            <a:chExt cx="1344885" cy="19503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43949" y="7036797"/>
            <a:ext cx="4478601" cy="867048"/>
          </a:xfrm>
          <a:custGeom>
            <a:avLst/>
            <a:gdLst/>
            <a:ahLst/>
            <a:cxnLst/>
            <a:rect l="l" t="t" r="r" b="b"/>
            <a:pathLst>
              <a:path w="4478601" h="867048">
                <a:moveTo>
                  <a:pt x="0" y="0"/>
                </a:moveTo>
                <a:lnTo>
                  <a:pt x="4478601" y="0"/>
                </a:lnTo>
                <a:lnTo>
                  <a:pt x="4478601" y="867048"/>
                </a:lnTo>
                <a:lnTo>
                  <a:pt x="0" y="86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443949" y="3450228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4"/>
                </a:lnTo>
                <a:lnTo>
                  <a:pt x="0" y="338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3906930" y="4192433"/>
            <a:ext cx="1344226" cy="745800"/>
          </a:xfrm>
          <a:custGeom>
            <a:avLst/>
            <a:gdLst/>
            <a:ahLst/>
            <a:cxnLst/>
            <a:rect l="l" t="t" r="r" b="b"/>
            <a:pathLst>
              <a:path w="1344226" h="745800">
                <a:moveTo>
                  <a:pt x="0" y="0"/>
                </a:moveTo>
                <a:lnTo>
                  <a:pt x="1344226" y="0"/>
                </a:lnTo>
                <a:lnTo>
                  <a:pt x="1344226" y="745799"/>
                </a:lnTo>
                <a:lnTo>
                  <a:pt x="0" y="745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3574104" y="5801201"/>
            <a:ext cx="1816894" cy="1816894"/>
          </a:xfrm>
          <a:custGeom>
            <a:avLst/>
            <a:gdLst/>
            <a:ahLst/>
            <a:cxnLst/>
            <a:rect l="l" t="t" r="r" b="b"/>
            <a:pathLst>
              <a:path w="1816894" h="1816894">
                <a:moveTo>
                  <a:pt x="0" y="0"/>
                </a:moveTo>
                <a:lnTo>
                  <a:pt x="1816894" y="0"/>
                </a:lnTo>
                <a:lnTo>
                  <a:pt x="1816894" y="1816894"/>
                </a:lnTo>
                <a:lnTo>
                  <a:pt x="0" y="1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1312811" y="5339986"/>
            <a:ext cx="2023168" cy="2023168"/>
          </a:xfrm>
          <a:custGeom>
            <a:avLst/>
            <a:gdLst/>
            <a:ahLst/>
            <a:cxnLst/>
            <a:rect l="l" t="t" r="r" b="b"/>
            <a:pathLst>
              <a:path w="2023168" h="2023168">
                <a:moveTo>
                  <a:pt x="0" y="0"/>
                </a:moveTo>
                <a:lnTo>
                  <a:pt x="2023168" y="0"/>
                </a:lnTo>
                <a:lnTo>
                  <a:pt x="2023168" y="2023168"/>
                </a:lnTo>
                <a:lnTo>
                  <a:pt x="0" y="2023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3549988" y="7675245"/>
            <a:ext cx="2397220" cy="1346933"/>
          </a:xfrm>
          <a:custGeom>
            <a:avLst/>
            <a:gdLst/>
            <a:ahLst/>
            <a:cxnLst/>
            <a:rect l="l" t="t" r="r" b="b"/>
            <a:pathLst>
              <a:path w="2397220" h="1346933">
                <a:moveTo>
                  <a:pt x="0" y="0"/>
                </a:moveTo>
                <a:lnTo>
                  <a:pt x="2397220" y="0"/>
                </a:lnTo>
                <a:lnTo>
                  <a:pt x="2397220" y="1346933"/>
                </a:lnTo>
                <a:lnTo>
                  <a:pt x="0" y="1346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1465781" y="7903845"/>
            <a:ext cx="2280189" cy="1249213"/>
          </a:xfrm>
          <a:custGeom>
            <a:avLst/>
            <a:gdLst/>
            <a:ahLst/>
            <a:cxnLst/>
            <a:rect l="l" t="t" r="r" b="b"/>
            <a:pathLst>
              <a:path w="2280189" h="1249213">
                <a:moveTo>
                  <a:pt x="0" y="0"/>
                </a:moveTo>
                <a:lnTo>
                  <a:pt x="2280189" y="0"/>
                </a:lnTo>
                <a:lnTo>
                  <a:pt x="2280189" y="1249213"/>
                </a:lnTo>
                <a:lnTo>
                  <a:pt x="0" y="1249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12432578" y="7246986"/>
            <a:ext cx="3257189" cy="2011314"/>
          </a:xfrm>
          <a:custGeom>
            <a:avLst/>
            <a:gdLst/>
            <a:ahLst/>
            <a:cxnLst/>
            <a:rect l="l" t="t" r="r" b="b"/>
            <a:pathLst>
              <a:path w="3257189" h="2011314">
                <a:moveTo>
                  <a:pt x="0" y="0"/>
                </a:moveTo>
                <a:lnTo>
                  <a:pt x="3257189" y="0"/>
                </a:lnTo>
                <a:lnTo>
                  <a:pt x="3257189" y="2011314"/>
                </a:lnTo>
                <a:lnTo>
                  <a:pt x="0" y="2011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Freeform 23"/>
          <p:cNvSpPr/>
          <p:nvPr/>
        </p:nvSpPr>
        <p:spPr>
          <a:xfrm>
            <a:off x="14270146" y="5711190"/>
            <a:ext cx="1924639" cy="1280760"/>
          </a:xfrm>
          <a:custGeom>
            <a:avLst/>
            <a:gdLst/>
            <a:ahLst/>
            <a:cxnLst/>
            <a:rect l="l" t="t" r="r" b="b"/>
            <a:pathLst>
              <a:path w="1924639" h="1280760">
                <a:moveTo>
                  <a:pt x="0" y="0"/>
                </a:moveTo>
                <a:lnTo>
                  <a:pt x="1924639" y="0"/>
                </a:lnTo>
                <a:lnTo>
                  <a:pt x="1924639" y="1280760"/>
                </a:lnTo>
                <a:lnTo>
                  <a:pt x="0" y="1280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>
            <a:off x="12348968" y="5586869"/>
            <a:ext cx="1536479" cy="1536479"/>
          </a:xfrm>
          <a:custGeom>
            <a:avLst/>
            <a:gdLst/>
            <a:ahLst/>
            <a:cxnLst/>
            <a:rect l="l" t="t" r="r" b="b"/>
            <a:pathLst>
              <a:path w="1536479" h="1536479">
                <a:moveTo>
                  <a:pt x="0" y="0"/>
                </a:moveTo>
                <a:lnTo>
                  <a:pt x="1536480" y="0"/>
                </a:lnTo>
                <a:lnTo>
                  <a:pt x="1536480" y="1536480"/>
                </a:lnTo>
                <a:lnTo>
                  <a:pt x="0" y="1536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12622473" y="3982881"/>
            <a:ext cx="2609992" cy="1480163"/>
          </a:xfrm>
          <a:custGeom>
            <a:avLst/>
            <a:gdLst/>
            <a:ahLst/>
            <a:cxnLst/>
            <a:rect l="l" t="t" r="r" b="b"/>
            <a:pathLst>
              <a:path w="2609992" h="1480163">
                <a:moveTo>
                  <a:pt x="0" y="0"/>
                </a:moveTo>
                <a:lnTo>
                  <a:pt x="2609993" y="0"/>
                </a:lnTo>
                <a:lnTo>
                  <a:pt x="2609993" y="1480163"/>
                </a:lnTo>
                <a:lnTo>
                  <a:pt x="0" y="14801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TextBox 26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Procedimiento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8528" y="2817014"/>
            <a:ext cx="4720843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Implementación de ataques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48525" y="2817014"/>
            <a:ext cx="3678302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25068" y="2817014"/>
            <a:ext cx="4872209" cy="84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 y Resultados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5"/>
                </a:lnTo>
                <a:lnTo>
                  <a:pt x="0" y="338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4487453" y="2034690"/>
            <a:ext cx="12530559" cy="2897692"/>
          </a:xfrm>
          <a:custGeom>
            <a:avLst/>
            <a:gdLst/>
            <a:ahLst/>
            <a:cxnLst/>
            <a:rect l="l" t="t" r="r" b="b"/>
            <a:pathLst>
              <a:path w="12530559" h="2897692">
                <a:moveTo>
                  <a:pt x="0" y="0"/>
                </a:moveTo>
                <a:lnTo>
                  <a:pt x="12530560" y="0"/>
                </a:lnTo>
                <a:lnTo>
                  <a:pt x="12530560" y="2897692"/>
                </a:lnTo>
                <a:lnTo>
                  <a:pt x="0" y="2897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818082" y="4932382"/>
            <a:ext cx="3669372" cy="2055804"/>
          </a:xfrm>
          <a:custGeom>
            <a:avLst/>
            <a:gdLst/>
            <a:ahLst/>
            <a:cxnLst/>
            <a:rect l="l" t="t" r="r" b="b"/>
            <a:pathLst>
              <a:path w="3669372" h="2055804">
                <a:moveTo>
                  <a:pt x="0" y="0"/>
                </a:moveTo>
                <a:lnTo>
                  <a:pt x="3669371" y="0"/>
                </a:lnTo>
                <a:lnTo>
                  <a:pt x="3669371" y="2055804"/>
                </a:lnTo>
                <a:lnTo>
                  <a:pt x="0" y="2055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8" name="Group 8"/>
          <p:cNvGrpSpPr/>
          <p:nvPr/>
        </p:nvGrpSpPr>
        <p:grpSpPr>
          <a:xfrm>
            <a:off x="5601573" y="5256232"/>
            <a:ext cx="5677333" cy="3223374"/>
            <a:chOff x="0" y="0"/>
            <a:chExt cx="1495265" cy="848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95265" cy="848954"/>
            </a:xfrm>
            <a:custGeom>
              <a:avLst/>
              <a:gdLst/>
              <a:ahLst/>
              <a:cxnLst/>
              <a:rect l="l" t="t" r="r" b="b"/>
              <a:pathLst>
                <a:path w="1495265" h="848954">
                  <a:moveTo>
                    <a:pt x="69546" y="0"/>
                  </a:moveTo>
                  <a:lnTo>
                    <a:pt x="1425718" y="0"/>
                  </a:lnTo>
                  <a:cubicBezTo>
                    <a:pt x="1444163" y="0"/>
                    <a:pt x="1461853" y="7327"/>
                    <a:pt x="1474895" y="20370"/>
                  </a:cubicBezTo>
                  <a:cubicBezTo>
                    <a:pt x="1487937" y="33412"/>
                    <a:pt x="1495265" y="51102"/>
                    <a:pt x="1495265" y="69546"/>
                  </a:cubicBezTo>
                  <a:lnTo>
                    <a:pt x="1495265" y="779408"/>
                  </a:lnTo>
                  <a:cubicBezTo>
                    <a:pt x="1495265" y="797853"/>
                    <a:pt x="1487937" y="815542"/>
                    <a:pt x="1474895" y="828585"/>
                  </a:cubicBezTo>
                  <a:cubicBezTo>
                    <a:pt x="1461853" y="841627"/>
                    <a:pt x="1444163" y="848954"/>
                    <a:pt x="1425718" y="848954"/>
                  </a:cubicBezTo>
                  <a:lnTo>
                    <a:pt x="69546" y="848954"/>
                  </a:lnTo>
                  <a:cubicBezTo>
                    <a:pt x="51102" y="848954"/>
                    <a:pt x="33412" y="841627"/>
                    <a:pt x="20370" y="828585"/>
                  </a:cubicBezTo>
                  <a:cubicBezTo>
                    <a:pt x="7327" y="815542"/>
                    <a:pt x="0" y="797853"/>
                    <a:pt x="0" y="779408"/>
                  </a:cubicBezTo>
                  <a:lnTo>
                    <a:pt x="0" y="69546"/>
                  </a:lnTo>
                  <a:cubicBezTo>
                    <a:pt x="0" y="51102"/>
                    <a:pt x="7327" y="33412"/>
                    <a:pt x="20370" y="20370"/>
                  </a:cubicBezTo>
                  <a:cubicBezTo>
                    <a:pt x="33412" y="7327"/>
                    <a:pt x="51102" y="0"/>
                    <a:pt x="69546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95265" cy="877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1573" y="5529758"/>
            <a:ext cx="5504791" cy="430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 dirty="0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Tres </a:t>
            </a: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tipos</a:t>
            </a:r>
            <a:r>
              <a:rPr lang="en-US" sz="2953" b="1" spc="-76" dirty="0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 de </a:t>
            </a: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detección</a:t>
            </a: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862290" y="6303184"/>
            <a:ext cx="4500909" cy="2115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Flujos</a:t>
            </a: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ctr">
              <a:lnSpc>
                <a:spcPts val="3278"/>
              </a:lnSpc>
            </a:pP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Mensajes</a:t>
            </a: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ctr">
              <a:lnSpc>
                <a:spcPts val="3278"/>
              </a:lnSpc>
            </a:pP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37761" lvl="1" indent="-318881" algn="ctr">
              <a:lnSpc>
                <a:spcPts val="3278"/>
              </a:lnSpc>
              <a:spcBef>
                <a:spcPct val="0"/>
              </a:spcBef>
              <a:buFont typeface="Arial"/>
              <a:buChar char="•"/>
            </a:pP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Instancias</a:t>
            </a: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5"/>
                </a:lnTo>
                <a:lnTo>
                  <a:pt x="0" y="338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4487453" y="2034690"/>
            <a:ext cx="12530559" cy="2897692"/>
          </a:xfrm>
          <a:custGeom>
            <a:avLst/>
            <a:gdLst/>
            <a:ahLst/>
            <a:cxnLst/>
            <a:rect l="l" t="t" r="r" b="b"/>
            <a:pathLst>
              <a:path w="12530559" h="2897692">
                <a:moveTo>
                  <a:pt x="0" y="0"/>
                </a:moveTo>
                <a:lnTo>
                  <a:pt x="12530560" y="0"/>
                </a:lnTo>
                <a:lnTo>
                  <a:pt x="12530560" y="2897692"/>
                </a:lnTo>
                <a:lnTo>
                  <a:pt x="0" y="2897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818082" y="4932382"/>
            <a:ext cx="3669372" cy="2055804"/>
          </a:xfrm>
          <a:custGeom>
            <a:avLst/>
            <a:gdLst/>
            <a:ahLst/>
            <a:cxnLst/>
            <a:rect l="l" t="t" r="r" b="b"/>
            <a:pathLst>
              <a:path w="3669372" h="2055804">
                <a:moveTo>
                  <a:pt x="0" y="0"/>
                </a:moveTo>
                <a:lnTo>
                  <a:pt x="3669371" y="0"/>
                </a:lnTo>
                <a:lnTo>
                  <a:pt x="3669371" y="2055804"/>
                </a:lnTo>
                <a:lnTo>
                  <a:pt x="0" y="2055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8" name="Group 8"/>
          <p:cNvGrpSpPr/>
          <p:nvPr/>
        </p:nvGrpSpPr>
        <p:grpSpPr>
          <a:xfrm>
            <a:off x="5601573" y="5256232"/>
            <a:ext cx="5677333" cy="3223374"/>
            <a:chOff x="0" y="0"/>
            <a:chExt cx="1495265" cy="848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95265" cy="848954"/>
            </a:xfrm>
            <a:custGeom>
              <a:avLst/>
              <a:gdLst/>
              <a:ahLst/>
              <a:cxnLst/>
              <a:rect l="l" t="t" r="r" b="b"/>
              <a:pathLst>
                <a:path w="1495265" h="848954">
                  <a:moveTo>
                    <a:pt x="69546" y="0"/>
                  </a:moveTo>
                  <a:lnTo>
                    <a:pt x="1425718" y="0"/>
                  </a:lnTo>
                  <a:cubicBezTo>
                    <a:pt x="1444163" y="0"/>
                    <a:pt x="1461853" y="7327"/>
                    <a:pt x="1474895" y="20370"/>
                  </a:cubicBezTo>
                  <a:cubicBezTo>
                    <a:pt x="1487937" y="33412"/>
                    <a:pt x="1495265" y="51102"/>
                    <a:pt x="1495265" y="69546"/>
                  </a:cubicBezTo>
                  <a:lnTo>
                    <a:pt x="1495265" y="779408"/>
                  </a:lnTo>
                  <a:cubicBezTo>
                    <a:pt x="1495265" y="797853"/>
                    <a:pt x="1487937" y="815542"/>
                    <a:pt x="1474895" y="828585"/>
                  </a:cubicBezTo>
                  <a:cubicBezTo>
                    <a:pt x="1461853" y="841627"/>
                    <a:pt x="1444163" y="848954"/>
                    <a:pt x="1425718" y="848954"/>
                  </a:cubicBezTo>
                  <a:lnTo>
                    <a:pt x="69546" y="848954"/>
                  </a:lnTo>
                  <a:cubicBezTo>
                    <a:pt x="51102" y="848954"/>
                    <a:pt x="33412" y="841627"/>
                    <a:pt x="20370" y="828585"/>
                  </a:cubicBezTo>
                  <a:cubicBezTo>
                    <a:pt x="7327" y="815542"/>
                    <a:pt x="0" y="797853"/>
                    <a:pt x="0" y="779408"/>
                  </a:cubicBezTo>
                  <a:lnTo>
                    <a:pt x="0" y="69546"/>
                  </a:lnTo>
                  <a:cubicBezTo>
                    <a:pt x="0" y="51102"/>
                    <a:pt x="7327" y="33412"/>
                    <a:pt x="20370" y="20370"/>
                  </a:cubicBezTo>
                  <a:cubicBezTo>
                    <a:pt x="33412" y="7327"/>
                    <a:pt x="51102" y="0"/>
                    <a:pt x="69546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95265" cy="877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803" y="5529758"/>
            <a:ext cx="3914561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Tres tipos de detección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62291" y="6303184"/>
            <a:ext cx="4426050" cy="206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Flujos</a:t>
            </a:r>
          </a:p>
          <a:p>
            <a:pPr algn="ctr">
              <a:lnSpc>
                <a:spcPts val="3278"/>
              </a:lnSpc>
            </a:pPr>
            <a:endParaRPr lang="en-US" sz="2953" b="1" spc="-76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Mensajes</a:t>
            </a:r>
          </a:p>
          <a:p>
            <a:pPr algn="ctr">
              <a:lnSpc>
                <a:spcPts val="3278"/>
              </a:lnSpc>
            </a:pPr>
            <a:endParaRPr lang="en-US" sz="2953" b="1" spc="-76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37761" lvl="1" indent="-318881" algn="ctr">
              <a:lnSpc>
                <a:spcPts val="3278"/>
              </a:lnSpc>
              <a:spcBef>
                <a:spcPct val="0"/>
              </a:spcBef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Instancias</a:t>
            </a:r>
          </a:p>
        </p:txBody>
      </p:sp>
      <p:sp>
        <p:nvSpPr>
          <p:cNvPr id="14" name="Freeform 14"/>
          <p:cNvSpPr/>
          <p:nvPr/>
        </p:nvSpPr>
        <p:spPr>
          <a:xfrm>
            <a:off x="3059095" y="2068518"/>
            <a:ext cx="11941882" cy="7348850"/>
          </a:xfrm>
          <a:custGeom>
            <a:avLst/>
            <a:gdLst/>
            <a:ahLst/>
            <a:cxnLst/>
            <a:rect l="l" t="t" r="r" b="b"/>
            <a:pathLst>
              <a:path w="11941882" h="7348850">
                <a:moveTo>
                  <a:pt x="0" y="0"/>
                </a:moveTo>
                <a:lnTo>
                  <a:pt x="11941882" y="0"/>
                </a:lnTo>
                <a:lnTo>
                  <a:pt x="11941882" y="7348850"/>
                </a:lnTo>
                <a:lnTo>
                  <a:pt x="0" y="7348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5"/>
                </a:lnTo>
                <a:lnTo>
                  <a:pt x="0" y="338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4487453" y="2034690"/>
            <a:ext cx="12530559" cy="2897692"/>
          </a:xfrm>
          <a:custGeom>
            <a:avLst/>
            <a:gdLst/>
            <a:ahLst/>
            <a:cxnLst/>
            <a:rect l="l" t="t" r="r" b="b"/>
            <a:pathLst>
              <a:path w="12530559" h="2897692">
                <a:moveTo>
                  <a:pt x="0" y="0"/>
                </a:moveTo>
                <a:lnTo>
                  <a:pt x="12530560" y="0"/>
                </a:lnTo>
                <a:lnTo>
                  <a:pt x="12530560" y="2897692"/>
                </a:lnTo>
                <a:lnTo>
                  <a:pt x="0" y="2897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818082" y="4932382"/>
            <a:ext cx="3669372" cy="2055804"/>
          </a:xfrm>
          <a:custGeom>
            <a:avLst/>
            <a:gdLst/>
            <a:ahLst/>
            <a:cxnLst/>
            <a:rect l="l" t="t" r="r" b="b"/>
            <a:pathLst>
              <a:path w="3669372" h="2055804">
                <a:moveTo>
                  <a:pt x="0" y="0"/>
                </a:moveTo>
                <a:lnTo>
                  <a:pt x="3669371" y="0"/>
                </a:lnTo>
                <a:lnTo>
                  <a:pt x="3669371" y="2055804"/>
                </a:lnTo>
                <a:lnTo>
                  <a:pt x="0" y="2055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8" name="Group 8"/>
          <p:cNvGrpSpPr/>
          <p:nvPr/>
        </p:nvGrpSpPr>
        <p:grpSpPr>
          <a:xfrm>
            <a:off x="5601573" y="5256232"/>
            <a:ext cx="5677333" cy="3223374"/>
            <a:chOff x="0" y="0"/>
            <a:chExt cx="1495265" cy="848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95265" cy="848954"/>
            </a:xfrm>
            <a:custGeom>
              <a:avLst/>
              <a:gdLst/>
              <a:ahLst/>
              <a:cxnLst/>
              <a:rect l="l" t="t" r="r" b="b"/>
              <a:pathLst>
                <a:path w="1495265" h="848954">
                  <a:moveTo>
                    <a:pt x="69546" y="0"/>
                  </a:moveTo>
                  <a:lnTo>
                    <a:pt x="1425718" y="0"/>
                  </a:lnTo>
                  <a:cubicBezTo>
                    <a:pt x="1444163" y="0"/>
                    <a:pt x="1461853" y="7327"/>
                    <a:pt x="1474895" y="20370"/>
                  </a:cubicBezTo>
                  <a:cubicBezTo>
                    <a:pt x="1487937" y="33412"/>
                    <a:pt x="1495265" y="51102"/>
                    <a:pt x="1495265" y="69546"/>
                  </a:cubicBezTo>
                  <a:lnTo>
                    <a:pt x="1495265" y="779408"/>
                  </a:lnTo>
                  <a:cubicBezTo>
                    <a:pt x="1495265" y="797853"/>
                    <a:pt x="1487937" y="815542"/>
                    <a:pt x="1474895" y="828585"/>
                  </a:cubicBezTo>
                  <a:cubicBezTo>
                    <a:pt x="1461853" y="841627"/>
                    <a:pt x="1444163" y="848954"/>
                    <a:pt x="1425718" y="848954"/>
                  </a:cubicBezTo>
                  <a:lnTo>
                    <a:pt x="69546" y="848954"/>
                  </a:lnTo>
                  <a:cubicBezTo>
                    <a:pt x="51102" y="848954"/>
                    <a:pt x="33412" y="841627"/>
                    <a:pt x="20370" y="828585"/>
                  </a:cubicBezTo>
                  <a:cubicBezTo>
                    <a:pt x="7327" y="815542"/>
                    <a:pt x="0" y="797853"/>
                    <a:pt x="0" y="779408"/>
                  </a:cubicBezTo>
                  <a:lnTo>
                    <a:pt x="0" y="69546"/>
                  </a:lnTo>
                  <a:cubicBezTo>
                    <a:pt x="0" y="51102"/>
                    <a:pt x="7327" y="33412"/>
                    <a:pt x="20370" y="20370"/>
                  </a:cubicBezTo>
                  <a:cubicBezTo>
                    <a:pt x="33412" y="7327"/>
                    <a:pt x="51102" y="0"/>
                    <a:pt x="69546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95265" cy="877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91201" y="5529758"/>
            <a:ext cx="5315164" cy="430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 dirty="0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Tres </a:t>
            </a: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tipos</a:t>
            </a:r>
            <a:r>
              <a:rPr lang="en-US" sz="2953" b="1" spc="-76" dirty="0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 de </a:t>
            </a: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detección</a:t>
            </a: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862291" y="6303184"/>
            <a:ext cx="4426050" cy="206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Flujos</a:t>
            </a:r>
          </a:p>
          <a:p>
            <a:pPr algn="ctr">
              <a:lnSpc>
                <a:spcPts val="3278"/>
              </a:lnSpc>
            </a:pPr>
            <a:endParaRPr lang="en-US" sz="2953" b="1" spc="-76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Mensajes</a:t>
            </a:r>
          </a:p>
          <a:p>
            <a:pPr algn="ctr">
              <a:lnSpc>
                <a:spcPts val="3278"/>
              </a:lnSpc>
            </a:pPr>
            <a:endParaRPr lang="en-US" sz="2953" b="1" spc="-76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637761" lvl="1" indent="-318881" algn="ctr">
              <a:lnSpc>
                <a:spcPts val="3278"/>
              </a:lnSpc>
              <a:spcBef>
                <a:spcPct val="0"/>
              </a:spcBef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Instancias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52" y="4231945"/>
            <a:ext cx="4851572" cy="2557526"/>
            <a:chOff x="0" y="0"/>
            <a:chExt cx="1277780" cy="6735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7780" cy="673587"/>
            </a:xfrm>
            <a:custGeom>
              <a:avLst/>
              <a:gdLst/>
              <a:ahLst/>
              <a:cxnLst/>
              <a:rect l="l" t="t" r="r" b="b"/>
              <a:pathLst>
                <a:path w="1277780" h="673587">
                  <a:moveTo>
                    <a:pt x="81383" y="0"/>
                  </a:moveTo>
                  <a:lnTo>
                    <a:pt x="1196397" y="0"/>
                  </a:lnTo>
                  <a:cubicBezTo>
                    <a:pt x="1217981" y="0"/>
                    <a:pt x="1238681" y="8574"/>
                    <a:pt x="1253944" y="23837"/>
                  </a:cubicBezTo>
                  <a:cubicBezTo>
                    <a:pt x="1269206" y="39099"/>
                    <a:pt x="1277780" y="59799"/>
                    <a:pt x="1277780" y="81383"/>
                  </a:cubicBezTo>
                  <a:lnTo>
                    <a:pt x="1277780" y="592204"/>
                  </a:lnTo>
                  <a:cubicBezTo>
                    <a:pt x="1277780" y="613788"/>
                    <a:pt x="1269206" y="634488"/>
                    <a:pt x="1253944" y="649750"/>
                  </a:cubicBezTo>
                  <a:cubicBezTo>
                    <a:pt x="1238681" y="665013"/>
                    <a:pt x="1217981" y="673587"/>
                    <a:pt x="1196397" y="673587"/>
                  </a:cubicBezTo>
                  <a:lnTo>
                    <a:pt x="81383" y="673587"/>
                  </a:lnTo>
                  <a:cubicBezTo>
                    <a:pt x="59799" y="673587"/>
                    <a:pt x="39099" y="665013"/>
                    <a:pt x="23837" y="649750"/>
                  </a:cubicBezTo>
                  <a:cubicBezTo>
                    <a:pt x="8574" y="634488"/>
                    <a:pt x="0" y="613788"/>
                    <a:pt x="0" y="592204"/>
                  </a:cubicBezTo>
                  <a:lnTo>
                    <a:pt x="0" y="81383"/>
                  </a:lnTo>
                  <a:cubicBezTo>
                    <a:pt x="0" y="59799"/>
                    <a:pt x="8574" y="39099"/>
                    <a:pt x="23837" y="23837"/>
                  </a:cubicBezTo>
                  <a:cubicBezTo>
                    <a:pt x="39099" y="8574"/>
                    <a:pt x="59799" y="0"/>
                    <a:pt x="8138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77780" cy="702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52" y="2148054"/>
            <a:ext cx="6716649" cy="1300329"/>
          </a:xfrm>
          <a:custGeom>
            <a:avLst/>
            <a:gdLst/>
            <a:ahLst/>
            <a:cxnLst/>
            <a:rect l="l" t="t" r="r" b="b"/>
            <a:pathLst>
              <a:path w="6716649" h="1300329">
                <a:moveTo>
                  <a:pt x="0" y="0"/>
                </a:moveTo>
                <a:lnTo>
                  <a:pt x="6716649" y="0"/>
                </a:lnTo>
                <a:lnTo>
                  <a:pt x="6716649" y="1300329"/>
                </a:lnTo>
                <a:lnTo>
                  <a:pt x="0" y="1300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7213234" y="2034690"/>
            <a:ext cx="10381803" cy="7007717"/>
          </a:xfrm>
          <a:custGeom>
            <a:avLst/>
            <a:gdLst/>
            <a:ahLst/>
            <a:cxnLst/>
            <a:rect l="l" t="t" r="r" b="b"/>
            <a:pathLst>
              <a:path w="10381803" h="7007717">
                <a:moveTo>
                  <a:pt x="0" y="0"/>
                </a:moveTo>
                <a:lnTo>
                  <a:pt x="10381803" y="0"/>
                </a:lnTo>
                <a:lnTo>
                  <a:pt x="10381803" y="7007717"/>
                </a:lnTo>
                <a:lnTo>
                  <a:pt x="0" y="7007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6986741" y="7940534"/>
            <a:ext cx="11301259" cy="2203745"/>
          </a:xfrm>
          <a:custGeom>
            <a:avLst/>
            <a:gdLst/>
            <a:ahLst/>
            <a:cxnLst/>
            <a:rect l="l" t="t" r="r" b="b"/>
            <a:pathLst>
              <a:path w="11301259" h="2203745">
                <a:moveTo>
                  <a:pt x="0" y="0"/>
                </a:moveTo>
                <a:lnTo>
                  <a:pt x="11301259" y="0"/>
                </a:lnTo>
                <a:lnTo>
                  <a:pt x="11301259" y="2203746"/>
                </a:lnTo>
                <a:lnTo>
                  <a:pt x="0" y="220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400" y="4478757"/>
            <a:ext cx="4077437" cy="430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 dirty="0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Un </a:t>
            </a: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tipo</a:t>
            </a:r>
            <a:r>
              <a:rPr lang="en-US" sz="2953" b="1" spc="-76" dirty="0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 de </a:t>
            </a: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detección</a:t>
            </a: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2400" y="5042634"/>
            <a:ext cx="5029311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 dirty="0" err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Flujos</a:t>
            </a: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ctr">
              <a:lnSpc>
                <a:spcPts val="3278"/>
              </a:lnSpc>
              <a:spcBef>
                <a:spcPct val="0"/>
              </a:spcBef>
            </a:pPr>
            <a:endParaRPr lang="en-US" sz="2953" b="1" spc="-76" dirty="0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52" y="4231945"/>
            <a:ext cx="4851572" cy="2557526"/>
            <a:chOff x="0" y="0"/>
            <a:chExt cx="1277780" cy="6735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7780" cy="673587"/>
            </a:xfrm>
            <a:custGeom>
              <a:avLst/>
              <a:gdLst/>
              <a:ahLst/>
              <a:cxnLst/>
              <a:rect l="l" t="t" r="r" b="b"/>
              <a:pathLst>
                <a:path w="1277780" h="673587">
                  <a:moveTo>
                    <a:pt x="81383" y="0"/>
                  </a:moveTo>
                  <a:lnTo>
                    <a:pt x="1196397" y="0"/>
                  </a:lnTo>
                  <a:cubicBezTo>
                    <a:pt x="1217981" y="0"/>
                    <a:pt x="1238681" y="8574"/>
                    <a:pt x="1253944" y="23837"/>
                  </a:cubicBezTo>
                  <a:cubicBezTo>
                    <a:pt x="1269206" y="39099"/>
                    <a:pt x="1277780" y="59799"/>
                    <a:pt x="1277780" y="81383"/>
                  </a:cubicBezTo>
                  <a:lnTo>
                    <a:pt x="1277780" y="592204"/>
                  </a:lnTo>
                  <a:cubicBezTo>
                    <a:pt x="1277780" y="613788"/>
                    <a:pt x="1269206" y="634488"/>
                    <a:pt x="1253944" y="649750"/>
                  </a:cubicBezTo>
                  <a:cubicBezTo>
                    <a:pt x="1238681" y="665013"/>
                    <a:pt x="1217981" y="673587"/>
                    <a:pt x="1196397" y="673587"/>
                  </a:cubicBezTo>
                  <a:lnTo>
                    <a:pt x="81383" y="673587"/>
                  </a:lnTo>
                  <a:cubicBezTo>
                    <a:pt x="59799" y="673587"/>
                    <a:pt x="39099" y="665013"/>
                    <a:pt x="23837" y="649750"/>
                  </a:cubicBezTo>
                  <a:cubicBezTo>
                    <a:pt x="8574" y="634488"/>
                    <a:pt x="0" y="613788"/>
                    <a:pt x="0" y="592204"/>
                  </a:cubicBezTo>
                  <a:lnTo>
                    <a:pt x="0" y="81383"/>
                  </a:lnTo>
                  <a:cubicBezTo>
                    <a:pt x="0" y="59799"/>
                    <a:pt x="8574" y="39099"/>
                    <a:pt x="23837" y="23837"/>
                  </a:cubicBezTo>
                  <a:cubicBezTo>
                    <a:pt x="39099" y="8574"/>
                    <a:pt x="59799" y="0"/>
                    <a:pt x="8138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77780" cy="702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52" y="2148054"/>
            <a:ext cx="6716649" cy="1300329"/>
          </a:xfrm>
          <a:custGeom>
            <a:avLst/>
            <a:gdLst/>
            <a:ahLst/>
            <a:cxnLst/>
            <a:rect l="l" t="t" r="r" b="b"/>
            <a:pathLst>
              <a:path w="6716649" h="1300329">
                <a:moveTo>
                  <a:pt x="0" y="0"/>
                </a:moveTo>
                <a:lnTo>
                  <a:pt x="6716649" y="0"/>
                </a:lnTo>
                <a:lnTo>
                  <a:pt x="6716649" y="1300329"/>
                </a:lnTo>
                <a:lnTo>
                  <a:pt x="0" y="1300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6986741" y="7940534"/>
            <a:ext cx="11301259" cy="2203745"/>
          </a:xfrm>
          <a:custGeom>
            <a:avLst/>
            <a:gdLst/>
            <a:ahLst/>
            <a:cxnLst/>
            <a:rect l="l" t="t" r="r" b="b"/>
            <a:pathLst>
              <a:path w="11301259" h="2203745">
                <a:moveTo>
                  <a:pt x="0" y="0"/>
                </a:moveTo>
                <a:lnTo>
                  <a:pt x="11301259" y="0"/>
                </a:lnTo>
                <a:lnTo>
                  <a:pt x="11301259" y="2203746"/>
                </a:lnTo>
                <a:lnTo>
                  <a:pt x="0" y="2203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2968685" y="1637356"/>
            <a:ext cx="12560422" cy="8478285"/>
          </a:xfrm>
          <a:custGeom>
            <a:avLst/>
            <a:gdLst/>
            <a:ahLst/>
            <a:cxnLst/>
            <a:rect l="l" t="t" r="r" b="b"/>
            <a:pathLst>
              <a:path w="12560422" h="8478285">
                <a:moveTo>
                  <a:pt x="0" y="0"/>
                </a:moveTo>
                <a:lnTo>
                  <a:pt x="12560422" y="0"/>
                </a:lnTo>
                <a:lnTo>
                  <a:pt x="12560422" y="8478284"/>
                </a:lnTo>
                <a:lnTo>
                  <a:pt x="0" y="8478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661" y="4478757"/>
            <a:ext cx="3474176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Un tipo de detección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661" y="5042634"/>
            <a:ext cx="4426050" cy="83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Flujos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endParaRPr lang="en-US" sz="2953" b="1" spc="-76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52" y="4231945"/>
            <a:ext cx="4851572" cy="2557526"/>
            <a:chOff x="0" y="0"/>
            <a:chExt cx="1277780" cy="6735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7780" cy="673587"/>
            </a:xfrm>
            <a:custGeom>
              <a:avLst/>
              <a:gdLst/>
              <a:ahLst/>
              <a:cxnLst/>
              <a:rect l="l" t="t" r="r" b="b"/>
              <a:pathLst>
                <a:path w="1277780" h="673587">
                  <a:moveTo>
                    <a:pt x="81383" y="0"/>
                  </a:moveTo>
                  <a:lnTo>
                    <a:pt x="1196397" y="0"/>
                  </a:lnTo>
                  <a:cubicBezTo>
                    <a:pt x="1217981" y="0"/>
                    <a:pt x="1238681" y="8574"/>
                    <a:pt x="1253944" y="23837"/>
                  </a:cubicBezTo>
                  <a:cubicBezTo>
                    <a:pt x="1269206" y="39099"/>
                    <a:pt x="1277780" y="59799"/>
                    <a:pt x="1277780" y="81383"/>
                  </a:cubicBezTo>
                  <a:lnTo>
                    <a:pt x="1277780" y="592204"/>
                  </a:lnTo>
                  <a:cubicBezTo>
                    <a:pt x="1277780" y="613788"/>
                    <a:pt x="1269206" y="634488"/>
                    <a:pt x="1253944" y="649750"/>
                  </a:cubicBezTo>
                  <a:cubicBezTo>
                    <a:pt x="1238681" y="665013"/>
                    <a:pt x="1217981" y="673587"/>
                    <a:pt x="1196397" y="673587"/>
                  </a:cubicBezTo>
                  <a:lnTo>
                    <a:pt x="81383" y="673587"/>
                  </a:lnTo>
                  <a:cubicBezTo>
                    <a:pt x="59799" y="673587"/>
                    <a:pt x="39099" y="665013"/>
                    <a:pt x="23837" y="649750"/>
                  </a:cubicBezTo>
                  <a:cubicBezTo>
                    <a:pt x="8574" y="634488"/>
                    <a:pt x="0" y="613788"/>
                    <a:pt x="0" y="592204"/>
                  </a:cubicBezTo>
                  <a:lnTo>
                    <a:pt x="0" y="81383"/>
                  </a:lnTo>
                  <a:cubicBezTo>
                    <a:pt x="0" y="59799"/>
                    <a:pt x="8574" y="39099"/>
                    <a:pt x="23837" y="23837"/>
                  </a:cubicBezTo>
                  <a:cubicBezTo>
                    <a:pt x="39099" y="8574"/>
                    <a:pt x="59799" y="0"/>
                    <a:pt x="8138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77780" cy="702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52" y="2148054"/>
            <a:ext cx="6716649" cy="1300329"/>
          </a:xfrm>
          <a:custGeom>
            <a:avLst/>
            <a:gdLst/>
            <a:ahLst/>
            <a:cxnLst/>
            <a:rect l="l" t="t" r="r" b="b"/>
            <a:pathLst>
              <a:path w="6716649" h="1300329">
                <a:moveTo>
                  <a:pt x="0" y="0"/>
                </a:moveTo>
                <a:lnTo>
                  <a:pt x="6716649" y="0"/>
                </a:lnTo>
                <a:lnTo>
                  <a:pt x="6716649" y="1300329"/>
                </a:lnTo>
                <a:lnTo>
                  <a:pt x="0" y="1300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2968685" y="1637356"/>
            <a:ext cx="12560422" cy="8478285"/>
          </a:xfrm>
          <a:custGeom>
            <a:avLst/>
            <a:gdLst/>
            <a:ahLst/>
            <a:cxnLst/>
            <a:rect l="l" t="t" r="r" b="b"/>
            <a:pathLst>
              <a:path w="12560422" h="8478285">
                <a:moveTo>
                  <a:pt x="0" y="0"/>
                </a:moveTo>
                <a:lnTo>
                  <a:pt x="12560422" y="0"/>
                </a:lnTo>
                <a:lnTo>
                  <a:pt x="12560422" y="8478284"/>
                </a:lnTo>
                <a:lnTo>
                  <a:pt x="0" y="8478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661" y="4478757"/>
            <a:ext cx="3474176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Un tipo de detección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661" y="5042634"/>
            <a:ext cx="4426050" cy="83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Flujos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endParaRPr lang="en-US" sz="2953" b="1" spc="-76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576665" y="4231945"/>
            <a:ext cx="16130156" cy="3145380"/>
          </a:xfrm>
          <a:custGeom>
            <a:avLst/>
            <a:gdLst/>
            <a:ahLst/>
            <a:cxnLst/>
            <a:rect l="l" t="t" r="r" b="b"/>
            <a:pathLst>
              <a:path w="16130156" h="3145380">
                <a:moveTo>
                  <a:pt x="0" y="0"/>
                </a:moveTo>
                <a:lnTo>
                  <a:pt x="16130156" y="0"/>
                </a:lnTo>
                <a:lnTo>
                  <a:pt x="16130156" y="3145380"/>
                </a:lnTo>
                <a:lnTo>
                  <a:pt x="0" y="314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52" y="4231945"/>
            <a:ext cx="4851572" cy="2557526"/>
            <a:chOff x="0" y="0"/>
            <a:chExt cx="1277780" cy="6735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7780" cy="673587"/>
            </a:xfrm>
            <a:custGeom>
              <a:avLst/>
              <a:gdLst/>
              <a:ahLst/>
              <a:cxnLst/>
              <a:rect l="l" t="t" r="r" b="b"/>
              <a:pathLst>
                <a:path w="1277780" h="673587">
                  <a:moveTo>
                    <a:pt x="81383" y="0"/>
                  </a:moveTo>
                  <a:lnTo>
                    <a:pt x="1196397" y="0"/>
                  </a:lnTo>
                  <a:cubicBezTo>
                    <a:pt x="1217981" y="0"/>
                    <a:pt x="1238681" y="8574"/>
                    <a:pt x="1253944" y="23837"/>
                  </a:cubicBezTo>
                  <a:cubicBezTo>
                    <a:pt x="1269206" y="39099"/>
                    <a:pt x="1277780" y="59799"/>
                    <a:pt x="1277780" y="81383"/>
                  </a:cubicBezTo>
                  <a:lnTo>
                    <a:pt x="1277780" y="592204"/>
                  </a:lnTo>
                  <a:cubicBezTo>
                    <a:pt x="1277780" y="613788"/>
                    <a:pt x="1269206" y="634488"/>
                    <a:pt x="1253944" y="649750"/>
                  </a:cubicBezTo>
                  <a:cubicBezTo>
                    <a:pt x="1238681" y="665013"/>
                    <a:pt x="1217981" y="673587"/>
                    <a:pt x="1196397" y="673587"/>
                  </a:cubicBezTo>
                  <a:lnTo>
                    <a:pt x="81383" y="673587"/>
                  </a:lnTo>
                  <a:cubicBezTo>
                    <a:pt x="59799" y="673587"/>
                    <a:pt x="39099" y="665013"/>
                    <a:pt x="23837" y="649750"/>
                  </a:cubicBezTo>
                  <a:cubicBezTo>
                    <a:pt x="8574" y="634488"/>
                    <a:pt x="0" y="613788"/>
                    <a:pt x="0" y="592204"/>
                  </a:cubicBezTo>
                  <a:lnTo>
                    <a:pt x="0" y="81383"/>
                  </a:lnTo>
                  <a:cubicBezTo>
                    <a:pt x="0" y="59799"/>
                    <a:pt x="8574" y="39099"/>
                    <a:pt x="23837" y="23837"/>
                  </a:cubicBezTo>
                  <a:cubicBezTo>
                    <a:pt x="39099" y="8574"/>
                    <a:pt x="59799" y="0"/>
                    <a:pt x="8138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77780" cy="702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852" y="2148054"/>
            <a:ext cx="6716649" cy="1300329"/>
          </a:xfrm>
          <a:custGeom>
            <a:avLst/>
            <a:gdLst/>
            <a:ahLst/>
            <a:cxnLst/>
            <a:rect l="l" t="t" r="r" b="b"/>
            <a:pathLst>
              <a:path w="6716649" h="1300329">
                <a:moveTo>
                  <a:pt x="0" y="0"/>
                </a:moveTo>
                <a:lnTo>
                  <a:pt x="6716649" y="0"/>
                </a:lnTo>
                <a:lnTo>
                  <a:pt x="6716649" y="1300329"/>
                </a:lnTo>
                <a:lnTo>
                  <a:pt x="0" y="1300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7213234" y="2034690"/>
            <a:ext cx="10381803" cy="7007717"/>
          </a:xfrm>
          <a:custGeom>
            <a:avLst/>
            <a:gdLst/>
            <a:ahLst/>
            <a:cxnLst/>
            <a:rect l="l" t="t" r="r" b="b"/>
            <a:pathLst>
              <a:path w="10381803" h="7007717">
                <a:moveTo>
                  <a:pt x="0" y="0"/>
                </a:moveTo>
                <a:lnTo>
                  <a:pt x="10381803" y="0"/>
                </a:lnTo>
                <a:lnTo>
                  <a:pt x="10381803" y="7007717"/>
                </a:lnTo>
                <a:lnTo>
                  <a:pt x="0" y="7007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6986741" y="7940534"/>
            <a:ext cx="11301259" cy="2203745"/>
          </a:xfrm>
          <a:custGeom>
            <a:avLst/>
            <a:gdLst/>
            <a:ahLst/>
            <a:cxnLst/>
            <a:rect l="l" t="t" r="r" b="b"/>
            <a:pathLst>
              <a:path w="11301259" h="2203745">
                <a:moveTo>
                  <a:pt x="0" y="0"/>
                </a:moveTo>
                <a:lnTo>
                  <a:pt x="11301259" y="0"/>
                </a:lnTo>
                <a:lnTo>
                  <a:pt x="11301259" y="2203746"/>
                </a:lnTo>
                <a:lnTo>
                  <a:pt x="0" y="220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3743361" y="2034690"/>
            <a:ext cx="12790451" cy="7918998"/>
          </a:xfrm>
          <a:custGeom>
            <a:avLst/>
            <a:gdLst/>
            <a:ahLst/>
            <a:cxnLst/>
            <a:rect l="l" t="t" r="r" b="b"/>
            <a:pathLst>
              <a:path w="12790451" h="7918998">
                <a:moveTo>
                  <a:pt x="0" y="0"/>
                </a:moveTo>
                <a:lnTo>
                  <a:pt x="12790451" y="0"/>
                </a:lnTo>
                <a:lnTo>
                  <a:pt x="12790451" y="7918998"/>
                </a:lnTo>
                <a:lnTo>
                  <a:pt x="0" y="7918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TextBox 12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661" y="4478757"/>
            <a:ext cx="3474176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Un tipo de detección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661" y="5042634"/>
            <a:ext cx="4426050" cy="83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761" lvl="1" indent="-318881" algn="ctr">
              <a:lnSpc>
                <a:spcPts val="3278"/>
              </a:lnSpc>
              <a:buFont typeface="Arial"/>
              <a:buChar char="•"/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Flujos</a:t>
            </a:r>
          </a:p>
          <a:p>
            <a:pPr algn="ctr">
              <a:lnSpc>
                <a:spcPts val="3278"/>
              </a:lnSpc>
              <a:spcBef>
                <a:spcPct val="0"/>
              </a:spcBef>
            </a:pPr>
            <a:endParaRPr lang="en-US" sz="2953" b="1" spc="-76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6111" y="4212553"/>
            <a:ext cx="6737535" cy="1861895"/>
          </a:xfrm>
          <a:custGeom>
            <a:avLst/>
            <a:gdLst/>
            <a:ahLst/>
            <a:cxnLst/>
            <a:rect l="l" t="t" r="r" b="b"/>
            <a:pathLst>
              <a:path w="6737535" h="1861895">
                <a:moveTo>
                  <a:pt x="0" y="0"/>
                </a:moveTo>
                <a:lnTo>
                  <a:pt x="6737535" y="0"/>
                </a:lnTo>
                <a:lnTo>
                  <a:pt x="6737535" y="1861894"/>
                </a:lnTo>
                <a:lnTo>
                  <a:pt x="0" y="1861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AutoShape 6"/>
          <p:cNvSpPr/>
          <p:nvPr/>
        </p:nvSpPr>
        <p:spPr>
          <a:xfrm>
            <a:off x="1430116" y="7288157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2464742" y="3752110"/>
            <a:ext cx="2332136" cy="2322338"/>
          </a:xfrm>
          <a:custGeom>
            <a:avLst/>
            <a:gdLst/>
            <a:ahLst/>
            <a:cxnLst/>
            <a:rect l="l" t="t" r="r" b="b"/>
            <a:pathLst>
              <a:path w="2332136" h="2322338">
                <a:moveTo>
                  <a:pt x="0" y="0"/>
                </a:moveTo>
                <a:lnTo>
                  <a:pt x="2332136" y="0"/>
                </a:lnTo>
                <a:lnTo>
                  <a:pt x="2332136" y="2322337"/>
                </a:lnTo>
                <a:lnTo>
                  <a:pt x="0" y="232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Criterios de detección - 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79514" y="2900952"/>
            <a:ext cx="2710728" cy="61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  <a:spcBef>
                <a:spcPct val="0"/>
              </a:spcBef>
            </a:pPr>
            <a:r>
              <a:rPr lang="en-US" sz="37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Densidad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75446" y="2900952"/>
            <a:ext cx="2710728" cy="61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5"/>
              </a:lnSpc>
              <a:spcBef>
                <a:spcPct val="0"/>
              </a:spcBef>
            </a:pPr>
            <a:r>
              <a:rPr lang="en-US" sz="37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Efectividad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8493" y="6639433"/>
            <a:ext cx="6405153" cy="50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31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Número de alertas totales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8493" y="7412879"/>
            <a:ext cx="6755486" cy="50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31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Número de ataques implementados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78981" y="6640330"/>
            <a:ext cx="6405153" cy="50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31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True Positive Totales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03814" y="7411982"/>
            <a:ext cx="6755486" cy="50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31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Alertas totales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1909152" y="7288157"/>
            <a:ext cx="406015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078111" y="2034690"/>
            <a:ext cx="5663273" cy="3640675"/>
          </a:xfrm>
          <a:custGeom>
            <a:avLst/>
            <a:gdLst/>
            <a:ahLst/>
            <a:cxnLst/>
            <a:rect l="l" t="t" r="r" b="b"/>
            <a:pathLst>
              <a:path w="5663273" h="3640675">
                <a:moveTo>
                  <a:pt x="0" y="0"/>
                </a:moveTo>
                <a:lnTo>
                  <a:pt x="5663273" y="0"/>
                </a:lnTo>
                <a:lnTo>
                  <a:pt x="5663273" y="3640675"/>
                </a:lnTo>
                <a:lnTo>
                  <a:pt x="0" y="3640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5482253" y="7511293"/>
            <a:ext cx="7333660" cy="2302840"/>
          </a:xfrm>
          <a:custGeom>
            <a:avLst/>
            <a:gdLst/>
            <a:ahLst/>
            <a:cxnLst/>
            <a:rect l="l" t="t" r="r" b="b"/>
            <a:pathLst>
              <a:path w="7333660" h="2302840">
                <a:moveTo>
                  <a:pt x="0" y="0"/>
                </a:moveTo>
                <a:lnTo>
                  <a:pt x="7333660" y="0"/>
                </a:lnTo>
                <a:lnTo>
                  <a:pt x="7333660" y="2302840"/>
                </a:lnTo>
                <a:lnTo>
                  <a:pt x="0" y="2302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Criterios de detección - II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397776"/>
            <a:ext cx="5203824" cy="94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1"/>
              </a:lnSpc>
              <a:spcBef>
                <a:spcPct val="0"/>
              </a:spcBef>
            </a:pPr>
            <a:r>
              <a:rPr lang="en-US" sz="5906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Rendimiento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9088" y="4421566"/>
            <a:ext cx="11318734" cy="72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3035" lvl="1" indent="-486517" algn="ctr">
              <a:lnSpc>
                <a:spcPts val="5723"/>
              </a:lnSpc>
              <a:spcBef>
                <a:spcPct val="0"/>
              </a:spcBef>
              <a:buFont typeface="Arial"/>
              <a:buChar char="•"/>
            </a:pPr>
            <a:r>
              <a:rPr lang="en-US" sz="4506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¿Capacidad de detección?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9088" y="3475011"/>
            <a:ext cx="11318734" cy="72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3035" lvl="1" indent="-486517" algn="ctr">
              <a:lnSpc>
                <a:spcPts val="5723"/>
              </a:lnSpc>
              <a:spcBef>
                <a:spcPct val="0"/>
              </a:spcBef>
              <a:buFont typeface="Arial"/>
              <a:buChar char="•"/>
            </a:pPr>
            <a:r>
              <a:rPr lang="en-US" sz="4506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Manera de medir el mejor IDS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372100"/>
            <a:ext cx="11318734" cy="72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3035" lvl="1" indent="-486517" algn="ctr">
              <a:lnSpc>
                <a:spcPts val="5723"/>
              </a:lnSpc>
              <a:spcBef>
                <a:spcPct val="0"/>
              </a:spcBef>
              <a:buFont typeface="Arial"/>
              <a:buChar char="•"/>
            </a:pPr>
            <a:r>
              <a:rPr lang="en-US" sz="4506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¿Tasa de Falsos Positivos?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8421" y="6789359"/>
            <a:ext cx="11318734" cy="72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3"/>
              </a:lnSpc>
              <a:spcBef>
                <a:spcPct val="0"/>
              </a:spcBef>
            </a:pPr>
            <a:r>
              <a:rPr lang="en-US" sz="4506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RESPUESTA: Relación entre ambos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600833" y="3948417"/>
            <a:ext cx="2390167" cy="2390167"/>
          </a:xfrm>
          <a:custGeom>
            <a:avLst/>
            <a:gdLst/>
            <a:ahLst/>
            <a:cxnLst/>
            <a:rect l="l" t="t" r="r" b="b"/>
            <a:pathLst>
              <a:path w="2390167" h="2390167">
                <a:moveTo>
                  <a:pt x="0" y="0"/>
                </a:moveTo>
                <a:lnTo>
                  <a:pt x="2390167" y="0"/>
                </a:lnTo>
                <a:lnTo>
                  <a:pt x="2390167" y="2390166"/>
                </a:lnTo>
                <a:lnTo>
                  <a:pt x="0" y="239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3600833" y="6664620"/>
            <a:ext cx="2390167" cy="2390167"/>
          </a:xfrm>
          <a:custGeom>
            <a:avLst/>
            <a:gdLst/>
            <a:ahLst/>
            <a:cxnLst/>
            <a:rect l="l" t="t" r="r" b="b"/>
            <a:pathLst>
              <a:path w="2390167" h="2390167">
                <a:moveTo>
                  <a:pt x="0" y="0"/>
                </a:moveTo>
                <a:lnTo>
                  <a:pt x="2390167" y="0"/>
                </a:lnTo>
                <a:lnTo>
                  <a:pt x="2390167" y="2390167"/>
                </a:lnTo>
                <a:lnTo>
                  <a:pt x="0" y="2390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7376409" y="7141375"/>
            <a:ext cx="1158195" cy="1158195"/>
          </a:xfrm>
          <a:custGeom>
            <a:avLst/>
            <a:gdLst/>
            <a:ahLst/>
            <a:cxnLst/>
            <a:rect l="l" t="t" r="r" b="b"/>
            <a:pathLst>
              <a:path w="1158195" h="1158195">
                <a:moveTo>
                  <a:pt x="0" y="0"/>
                </a:moveTo>
                <a:lnTo>
                  <a:pt x="1158195" y="0"/>
                </a:lnTo>
                <a:lnTo>
                  <a:pt x="1158195" y="1158196"/>
                </a:lnTo>
                <a:lnTo>
                  <a:pt x="0" y="115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 rot="-10800000">
            <a:off x="6557430" y="7141375"/>
            <a:ext cx="1158195" cy="1158195"/>
          </a:xfrm>
          <a:custGeom>
            <a:avLst/>
            <a:gdLst/>
            <a:ahLst/>
            <a:cxnLst/>
            <a:rect l="l" t="t" r="r" b="b"/>
            <a:pathLst>
              <a:path w="1158195" h="1158195">
                <a:moveTo>
                  <a:pt x="0" y="0"/>
                </a:moveTo>
                <a:lnTo>
                  <a:pt x="1158195" y="0"/>
                </a:lnTo>
                <a:lnTo>
                  <a:pt x="1158195" y="1158196"/>
                </a:lnTo>
                <a:lnTo>
                  <a:pt x="0" y="115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2976917" y="3727414"/>
            <a:ext cx="3846106" cy="6101995"/>
          </a:xfrm>
          <a:custGeom>
            <a:avLst/>
            <a:gdLst/>
            <a:ahLst/>
            <a:cxnLst/>
            <a:rect l="l" t="t" r="r" b="b"/>
            <a:pathLst>
              <a:path w="3846106" h="6101995">
                <a:moveTo>
                  <a:pt x="0" y="0"/>
                </a:moveTo>
                <a:lnTo>
                  <a:pt x="3846106" y="0"/>
                </a:lnTo>
                <a:lnTo>
                  <a:pt x="3846106" y="6101995"/>
                </a:lnTo>
                <a:lnTo>
                  <a:pt x="0" y="6101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Criterios de detección - III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1256" y="2910477"/>
            <a:ext cx="9144123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Nivel de Ataque (Contexto de ataque)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55628" y="2910477"/>
            <a:ext cx="7334266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Nivel de Ataque (Modelo OSI)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388306"/>
            <a:ext cx="2572133" cy="929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sz="5799" b="1">
                <a:solidFill>
                  <a:srgbClr val="25282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LV1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2288" y="7231904"/>
            <a:ext cx="2678545" cy="929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sz="5799" b="1">
                <a:solidFill>
                  <a:srgbClr val="25282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LV2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74558" y="4388306"/>
            <a:ext cx="1515206" cy="929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sz="5799" b="1">
                <a:solidFill>
                  <a:srgbClr val="25282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L3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70986" y="7231904"/>
            <a:ext cx="1423232" cy="929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sz="5799" b="1">
                <a:solidFill>
                  <a:srgbClr val="25282A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L2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73828" y="2691783"/>
            <a:ext cx="1139331" cy="1139331"/>
          </a:xfrm>
          <a:custGeom>
            <a:avLst/>
            <a:gdLst/>
            <a:ahLst/>
            <a:cxnLst/>
            <a:rect l="l" t="t" r="r" b="b"/>
            <a:pathLst>
              <a:path w="1139331" h="1139331">
                <a:moveTo>
                  <a:pt x="0" y="0"/>
                </a:moveTo>
                <a:lnTo>
                  <a:pt x="1139331" y="0"/>
                </a:lnTo>
                <a:lnTo>
                  <a:pt x="1139331" y="1139331"/>
                </a:lnTo>
                <a:lnTo>
                  <a:pt x="0" y="1139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3541657" y="2691783"/>
            <a:ext cx="1139331" cy="1139331"/>
          </a:xfrm>
          <a:custGeom>
            <a:avLst/>
            <a:gdLst/>
            <a:ahLst/>
            <a:cxnLst/>
            <a:rect l="l" t="t" r="r" b="b"/>
            <a:pathLst>
              <a:path w="1139331" h="1139331">
                <a:moveTo>
                  <a:pt x="0" y="0"/>
                </a:moveTo>
                <a:lnTo>
                  <a:pt x="1139330" y="0"/>
                </a:lnTo>
                <a:lnTo>
                  <a:pt x="1139330" y="1139331"/>
                </a:lnTo>
                <a:lnTo>
                  <a:pt x="0" y="1139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4485267" y="5143500"/>
            <a:ext cx="3945341" cy="763810"/>
          </a:xfrm>
          <a:custGeom>
            <a:avLst/>
            <a:gdLst/>
            <a:ahLst/>
            <a:cxnLst/>
            <a:rect l="l" t="t" r="r" b="b"/>
            <a:pathLst>
              <a:path w="3945341" h="763810">
                <a:moveTo>
                  <a:pt x="0" y="0"/>
                </a:moveTo>
                <a:lnTo>
                  <a:pt x="3945341" y="0"/>
                </a:lnTo>
                <a:lnTo>
                  <a:pt x="3945341" y="763810"/>
                </a:lnTo>
                <a:lnTo>
                  <a:pt x="0" y="763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724845" y="4838449"/>
            <a:ext cx="2152117" cy="1624138"/>
          </a:xfrm>
          <a:custGeom>
            <a:avLst/>
            <a:gdLst/>
            <a:ahLst/>
            <a:cxnLst/>
            <a:rect l="l" t="t" r="r" b="b"/>
            <a:pathLst>
              <a:path w="2152117" h="1624138">
                <a:moveTo>
                  <a:pt x="0" y="0"/>
                </a:moveTo>
                <a:lnTo>
                  <a:pt x="2152117" y="0"/>
                </a:lnTo>
                <a:lnTo>
                  <a:pt x="2152117" y="1624138"/>
                </a:lnTo>
                <a:lnTo>
                  <a:pt x="0" y="162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9" name="Group 9"/>
          <p:cNvGrpSpPr/>
          <p:nvPr/>
        </p:nvGrpSpPr>
        <p:grpSpPr>
          <a:xfrm>
            <a:off x="4485267" y="3921996"/>
            <a:ext cx="916453" cy="91645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AF8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800903" y="7670899"/>
            <a:ext cx="1120258" cy="1299877"/>
          </a:xfrm>
          <a:custGeom>
            <a:avLst/>
            <a:gdLst/>
            <a:ahLst/>
            <a:cxnLst/>
            <a:rect l="l" t="t" r="r" b="b"/>
            <a:pathLst>
              <a:path w="1120258" h="1299877">
                <a:moveTo>
                  <a:pt x="0" y="0"/>
                </a:moveTo>
                <a:lnTo>
                  <a:pt x="1120258" y="0"/>
                </a:lnTo>
                <a:lnTo>
                  <a:pt x="1120258" y="1299877"/>
                </a:lnTo>
                <a:lnTo>
                  <a:pt x="0" y="1299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>
            <a:off x="5804113" y="7670899"/>
            <a:ext cx="1120258" cy="1299877"/>
          </a:xfrm>
          <a:custGeom>
            <a:avLst/>
            <a:gdLst/>
            <a:ahLst/>
            <a:cxnLst/>
            <a:rect l="l" t="t" r="r" b="b"/>
            <a:pathLst>
              <a:path w="1120258" h="1299877">
                <a:moveTo>
                  <a:pt x="0" y="0"/>
                </a:moveTo>
                <a:lnTo>
                  <a:pt x="1120258" y="0"/>
                </a:lnTo>
                <a:lnTo>
                  <a:pt x="1120258" y="1299877"/>
                </a:lnTo>
                <a:lnTo>
                  <a:pt x="0" y="12998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4" name="Group 14"/>
          <p:cNvGrpSpPr/>
          <p:nvPr/>
        </p:nvGrpSpPr>
        <p:grpSpPr>
          <a:xfrm rot="2700000">
            <a:off x="3665386" y="6791215"/>
            <a:ext cx="916453" cy="91645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AF8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2425789">
            <a:off x="5465646" y="6789154"/>
            <a:ext cx="916453" cy="91645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AF8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53096" y="3921996"/>
            <a:ext cx="916453" cy="91645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AF8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1177004" y="4838449"/>
            <a:ext cx="2152117" cy="1624138"/>
          </a:xfrm>
          <a:custGeom>
            <a:avLst/>
            <a:gdLst/>
            <a:ahLst/>
            <a:cxnLst/>
            <a:rect l="l" t="t" r="r" b="b"/>
            <a:pathLst>
              <a:path w="2152117" h="1624138">
                <a:moveTo>
                  <a:pt x="0" y="0"/>
                </a:moveTo>
                <a:lnTo>
                  <a:pt x="2152117" y="0"/>
                </a:lnTo>
                <a:lnTo>
                  <a:pt x="2152117" y="1624138"/>
                </a:lnTo>
                <a:lnTo>
                  <a:pt x="0" y="162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>
            <a:off x="13653096" y="5143500"/>
            <a:ext cx="3945341" cy="763810"/>
          </a:xfrm>
          <a:custGeom>
            <a:avLst/>
            <a:gdLst/>
            <a:ahLst/>
            <a:cxnLst/>
            <a:rect l="l" t="t" r="r" b="b"/>
            <a:pathLst>
              <a:path w="3945341" h="763810">
                <a:moveTo>
                  <a:pt x="0" y="0"/>
                </a:moveTo>
                <a:lnTo>
                  <a:pt x="3945341" y="0"/>
                </a:lnTo>
                <a:lnTo>
                  <a:pt x="3945341" y="763810"/>
                </a:lnTo>
                <a:lnTo>
                  <a:pt x="0" y="763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13358880" y="5983510"/>
            <a:ext cx="1504884" cy="1504884"/>
          </a:xfrm>
          <a:custGeom>
            <a:avLst/>
            <a:gdLst/>
            <a:ahLst/>
            <a:cxnLst/>
            <a:rect l="l" t="t" r="r" b="b"/>
            <a:pathLst>
              <a:path w="1504884" h="1504884">
                <a:moveTo>
                  <a:pt x="0" y="0"/>
                </a:moveTo>
                <a:lnTo>
                  <a:pt x="1504884" y="0"/>
                </a:lnTo>
                <a:lnTo>
                  <a:pt x="1504884" y="1504883"/>
                </a:lnTo>
                <a:lnTo>
                  <a:pt x="0" y="15048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TextBox 26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Criterios de detección - IV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1256" y="2094515"/>
            <a:ext cx="9144123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Automático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5609" y="2094515"/>
            <a:ext cx="7334266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Manual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3160" y="7395055"/>
            <a:ext cx="3682107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FP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61893" y="7395055"/>
            <a:ext cx="3682107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TP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42264" y="6063629"/>
            <a:ext cx="3682107" cy="104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Banco de alertas FP</a:t>
            </a:r>
          </a:p>
        </p:txBody>
      </p:sp>
      <p:sp>
        <p:nvSpPr>
          <p:cNvPr id="32" name="Freeform 32"/>
          <p:cNvSpPr/>
          <p:nvPr/>
        </p:nvSpPr>
        <p:spPr>
          <a:xfrm>
            <a:off x="11827543" y="8493118"/>
            <a:ext cx="1120258" cy="1299877"/>
          </a:xfrm>
          <a:custGeom>
            <a:avLst/>
            <a:gdLst/>
            <a:ahLst/>
            <a:cxnLst/>
            <a:rect l="l" t="t" r="r" b="b"/>
            <a:pathLst>
              <a:path w="1120258" h="1299877">
                <a:moveTo>
                  <a:pt x="0" y="0"/>
                </a:moveTo>
                <a:lnTo>
                  <a:pt x="1120258" y="0"/>
                </a:lnTo>
                <a:lnTo>
                  <a:pt x="1120258" y="1299877"/>
                </a:lnTo>
                <a:lnTo>
                  <a:pt x="0" y="12998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3" name="Freeform 33"/>
          <p:cNvSpPr/>
          <p:nvPr/>
        </p:nvSpPr>
        <p:spPr>
          <a:xfrm>
            <a:off x="14830753" y="8493118"/>
            <a:ext cx="1120258" cy="1299877"/>
          </a:xfrm>
          <a:custGeom>
            <a:avLst/>
            <a:gdLst/>
            <a:ahLst/>
            <a:cxnLst/>
            <a:rect l="l" t="t" r="r" b="b"/>
            <a:pathLst>
              <a:path w="1120258" h="1299877">
                <a:moveTo>
                  <a:pt x="0" y="0"/>
                </a:moveTo>
                <a:lnTo>
                  <a:pt x="1120258" y="0"/>
                </a:lnTo>
                <a:lnTo>
                  <a:pt x="1120258" y="1299877"/>
                </a:lnTo>
                <a:lnTo>
                  <a:pt x="0" y="12998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4" name="Group 34"/>
          <p:cNvGrpSpPr/>
          <p:nvPr/>
        </p:nvGrpSpPr>
        <p:grpSpPr>
          <a:xfrm rot="2700000">
            <a:off x="12692026" y="7613433"/>
            <a:ext cx="916453" cy="916453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AF8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2425789">
            <a:off x="14492286" y="7611373"/>
            <a:ext cx="916453" cy="916453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AF88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829800" y="8217274"/>
            <a:ext cx="3682107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FP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88533" y="8217274"/>
            <a:ext cx="3682107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TP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68427" y="5421577"/>
            <a:ext cx="3921606" cy="2175775"/>
          </a:xfrm>
          <a:custGeom>
            <a:avLst/>
            <a:gdLst/>
            <a:ahLst/>
            <a:cxnLst/>
            <a:rect l="l" t="t" r="r" b="b"/>
            <a:pathLst>
              <a:path w="3921606" h="2175775">
                <a:moveTo>
                  <a:pt x="0" y="0"/>
                </a:moveTo>
                <a:lnTo>
                  <a:pt x="3921606" y="0"/>
                </a:lnTo>
                <a:lnTo>
                  <a:pt x="3921606" y="2175775"/>
                </a:lnTo>
                <a:lnTo>
                  <a:pt x="0" y="2175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 rot="5337018">
            <a:off x="3324983" y="4025003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2" y="0"/>
                </a:lnTo>
                <a:lnTo>
                  <a:pt x="2065852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 rot="5337018">
            <a:off x="3946334" y="4025003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1" y="0"/>
                </a:lnTo>
                <a:lnTo>
                  <a:pt x="2065851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 rot="5337018">
            <a:off x="4567684" y="4025003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1" y="0"/>
                </a:lnTo>
                <a:lnTo>
                  <a:pt x="2065851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1794385" y="5354902"/>
            <a:ext cx="3921606" cy="2175775"/>
          </a:xfrm>
          <a:custGeom>
            <a:avLst/>
            <a:gdLst/>
            <a:ahLst/>
            <a:cxnLst/>
            <a:rect l="l" t="t" r="r" b="b"/>
            <a:pathLst>
              <a:path w="3921606" h="2175775">
                <a:moveTo>
                  <a:pt x="0" y="0"/>
                </a:moveTo>
                <a:lnTo>
                  <a:pt x="3921607" y="0"/>
                </a:lnTo>
                <a:lnTo>
                  <a:pt x="3921607" y="2175775"/>
                </a:lnTo>
                <a:lnTo>
                  <a:pt x="0" y="2175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 rot="5337018">
            <a:off x="11996854" y="4025003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2" y="0"/>
                </a:lnTo>
                <a:lnTo>
                  <a:pt x="2065852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 rot="5337018">
            <a:off x="12618205" y="4025003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1" y="0"/>
                </a:lnTo>
                <a:lnTo>
                  <a:pt x="2065851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 rot="5337018">
            <a:off x="13237330" y="4025003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1" y="0"/>
                </a:lnTo>
                <a:lnTo>
                  <a:pt x="2065851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 rot="5337018">
            <a:off x="4257009" y="8343649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1" y="0"/>
                </a:lnTo>
                <a:lnTo>
                  <a:pt x="2065851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 rot="5337018">
            <a:off x="3739717" y="8343649"/>
            <a:ext cx="2065851" cy="583603"/>
          </a:xfrm>
          <a:custGeom>
            <a:avLst/>
            <a:gdLst/>
            <a:ahLst/>
            <a:cxnLst/>
            <a:rect l="l" t="t" r="r" b="b"/>
            <a:pathLst>
              <a:path w="2065851" h="583603">
                <a:moveTo>
                  <a:pt x="0" y="0"/>
                </a:moveTo>
                <a:lnTo>
                  <a:pt x="2065851" y="0"/>
                </a:lnTo>
                <a:lnTo>
                  <a:pt x="2065851" y="583603"/>
                </a:lnTo>
                <a:lnTo>
                  <a:pt x="0" y="583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13070702" y="6861288"/>
            <a:ext cx="1510228" cy="1510228"/>
          </a:xfrm>
          <a:custGeom>
            <a:avLst/>
            <a:gdLst/>
            <a:ahLst/>
            <a:cxnLst/>
            <a:rect l="l" t="t" r="r" b="b"/>
            <a:pathLst>
              <a:path w="1510228" h="1510228">
                <a:moveTo>
                  <a:pt x="0" y="0"/>
                </a:moveTo>
                <a:lnTo>
                  <a:pt x="1510229" y="0"/>
                </a:lnTo>
                <a:lnTo>
                  <a:pt x="1510229" y="1510229"/>
                </a:lnTo>
                <a:lnTo>
                  <a:pt x="0" y="15102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TextBox 16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Criterios de detección - V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256" y="2094515"/>
            <a:ext cx="9144123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Detecciones Reales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75609" y="2094515"/>
            <a:ext cx="7334266" cy="52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0"/>
              </a:lnSpc>
              <a:spcBef>
                <a:spcPct val="0"/>
              </a:spcBef>
            </a:pPr>
            <a:r>
              <a:rPr lang="en-US" sz="3299" b="1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Detecciones Eficaces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7828987" y="3417600"/>
            <a:ext cx="31613" cy="63280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0" name="AutoShape 20"/>
          <p:cNvSpPr/>
          <p:nvPr/>
        </p:nvSpPr>
        <p:spPr>
          <a:xfrm flipV="1">
            <a:off x="10440245" y="3417683"/>
            <a:ext cx="31613" cy="63280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8054338" y="3792483"/>
            <a:ext cx="2192170" cy="663131"/>
          </a:xfrm>
          <a:custGeom>
            <a:avLst/>
            <a:gdLst/>
            <a:ahLst/>
            <a:cxnLst/>
            <a:rect l="l" t="t" r="r" b="b"/>
            <a:pathLst>
              <a:path w="2192170" h="663131">
                <a:moveTo>
                  <a:pt x="0" y="0"/>
                </a:moveTo>
                <a:lnTo>
                  <a:pt x="2192169" y="0"/>
                </a:lnTo>
                <a:lnTo>
                  <a:pt x="2192169" y="663132"/>
                </a:lnTo>
                <a:lnTo>
                  <a:pt x="0" y="6631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 rot="-10800000">
            <a:off x="7972234" y="4202058"/>
            <a:ext cx="2192170" cy="663131"/>
          </a:xfrm>
          <a:custGeom>
            <a:avLst/>
            <a:gdLst/>
            <a:ahLst/>
            <a:cxnLst/>
            <a:rect l="l" t="t" r="r" b="b"/>
            <a:pathLst>
              <a:path w="2192170" h="663131">
                <a:moveTo>
                  <a:pt x="0" y="0"/>
                </a:moveTo>
                <a:lnTo>
                  <a:pt x="2192170" y="0"/>
                </a:lnTo>
                <a:lnTo>
                  <a:pt x="2192170" y="663132"/>
                </a:lnTo>
                <a:lnTo>
                  <a:pt x="0" y="6631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Freeform 23"/>
          <p:cNvSpPr/>
          <p:nvPr/>
        </p:nvSpPr>
        <p:spPr>
          <a:xfrm>
            <a:off x="8054338" y="5493713"/>
            <a:ext cx="2192170" cy="663131"/>
          </a:xfrm>
          <a:custGeom>
            <a:avLst/>
            <a:gdLst/>
            <a:ahLst/>
            <a:cxnLst/>
            <a:rect l="l" t="t" r="r" b="b"/>
            <a:pathLst>
              <a:path w="2192170" h="663131">
                <a:moveTo>
                  <a:pt x="0" y="0"/>
                </a:moveTo>
                <a:lnTo>
                  <a:pt x="2192169" y="0"/>
                </a:lnTo>
                <a:lnTo>
                  <a:pt x="2192169" y="663131"/>
                </a:lnTo>
                <a:lnTo>
                  <a:pt x="0" y="6631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 rot="-10800000">
            <a:off x="7972234" y="6058353"/>
            <a:ext cx="2192170" cy="663131"/>
          </a:xfrm>
          <a:custGeom>
            <a:avLst/>
            <a:gdLst/>
            <a:ahLst/>
            <a:cxnLst/>
            <a:rect l="l" t="t" r="r" b="b"/>
            <a:pathLst>
              <a:path w="2192170" h="663131">
                <a:moveTo>
                  <a:pt x="0" y="0"/>
                </a:moveTo>
                <a:lnTo>
                  <a:pt x="2192170" y="0"/>
                </a:lnTo>
                <a:lnTo>
                  <a:pt x="2192170" y="663131"/>
                </a:lnTo>
                <a:lnTo>
                  <a:pt x="0" y="66313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TextBox 25"/>
          <p:cNvSpPr txBox="1"/>
          <p:nvPr/>
        </p:nvSpPr>
        <p:spPr>
          <a:xfrm>
            <a:off x="8002927" y="3389162"/>
            <a:ext cx="2190818" cy="403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1970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Conexion maliciosa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85740" y="2565938"/>
            <a:ext cx="286494" cy="7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530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31290" y="2629026"/>
            <a:ext cx="281136" cy="7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530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25741" y="5169990"/>
            <a:ext cx="849362" cy="40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1970">
                <a:solidFill>
                  <a:srgbClr val="FF3131"/>
                </a:solidFill>
                <a:latin typeface="Aileron"/>
                <a:ea typeface="Aileron"/>
                <a:cs typeface="Aileron"/>
                <a:sym typeface="Aileron"/>
              </a:rPr>
              <a:t>Datos 1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01575" y="7337922"/>
            <a:ext cx="2192170" cy="663131"/>
          </a:xfrm>
          <a:custGeom>
            <a:avLst/>
            <a:gdLst/>
            <a:ahLst/>
            <a:cxnLst/>
            <a:rect l="l" t="t" r="r" b="b"/>
            <a:pathLst>
              <a:path w="2192170" h="663131">
                <a:moveTo>
                  <a:pt x="0" y="0"/>
                </a:moveTo>
                <a:lnTo>
                  <a:pt x="2192170" y="0"/>
                </a:lnTo>
                <a:lnTo>
                  <a:pt x="2192170" y="663131"/>
                </a:lnTo>
                <a:lnTo>
                  <a:pt x="0" y="6631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0" name="Freeform 30"/>
          <p:cNvSpPr/>
          <p:nvPr/>
        </p:nvSpPr>
        <p:spPr>
          <a:xfrm rot="-10800000">
            <a:off x="8001575" y="7912109"/>
            <a:ext cx="2192170" cy="663131"/>
          </a:xfrm>
          <a:custGeom>
            <a:avLst/>
            <a:gdLst/>
            <a:ahLst/>
            <a:cxnLst/>
            <a:rect l="l" t="t" r="r" b="b"/>
            <a:pathLst>
              <a:path w="2192170" h="663131">
                <a:moveTo>
                  <a:pt x="0" y="0"/>
                </a:moveTo>
                <a:lnTo>
                  <a:pt x="2192170" y="0"/>
                </a:lnTo>
                <a:lnTo>
                  <a:pt x="2192170" y="663131"/>
                </a:lnTo>
                <a:lnTo>
                  <a:pt x="0" y="66313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1" name="TextBox 31"/>
          <p:cNvSpPr txBox="1"/>
          <p:nvPr/>
        </p:nvSpPr>
        <p:spPr>
          <a:xfrm>
            <a:off x="8672979" y="7026284"/>
            <a:ext cx="849362" cy="40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1970">
                <a:solidFill>
                  <a:srgbClr val="763B3B"/>
                </a:solidFill>
                <a:latin typeface="Aileron"/>
                <a:ea typeface="Aileron"/>
                <a:cs typeface="Aileron"/>
                <a:sym typeface="Aileron"/>
              </a:rPr>
              <a:t>Datos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5769" y="2462602"/>
            <a:ext cx="5106360" cy="7405277"/>
            <a:chOff x="0" y="0"/>
            <a:chExt cx="1344885" cy="19503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776412" y="3304691"/>
            <a:ext cx="3106953" cy="1481778"/>
          </a:xfrm>
          <a:custGeom>
            <a:avLst/>
            <a:gdLst/>
            <a:ahLst/>
            <a:cxnLst/>
            <a:rect l="l" t="t" r="r" b="b"/>
            <a:pathLst>
              <a:path w="3106953" h="1481778">
                <a:moveTo>
                  <a:pt x="0" y="0"/>
                </a:moveTo>
                <a:lnTo>
                  <a:pt x="3106954" y="0"/>
                </a:lnTo>
                <a:lnTo>
                  <a:pt x="3106954" y="1481778"/>
                </a:lnTo>
                <a:lnTo>
                  <a:pt x="0" y="148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9" name="Group 9"/>
          <p:cNvGrpSpPr/>
          <p:nvPr/>
        </p:nvGrpSpPr>
        <p:grpSpPr>
          <a:xfrm>
            <a:off x="11525980" y="2389075"/>
            <a:ext cx="5106360" cy="7405277"/>
            <a:chOff x="0" y="0"/>
            <a:chExt cx="1344885" cy="19503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85333" y="2422290"/>
            <a:ext cx="5106360" cy="7405277"/>
            <a:chOff x="0" y="0"/>
            <a:chExt cx="1344885" cy="19503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4885" cy="1950361"/>
            </a:xfrm>
            <a:custGeom>
              <a:avLst/>
              <a:gdLst/>
              <a:ahLst/>
              <a:cxnLst/>
              <a:rect l="l" t="t" r="r" b="b"/>
              <a:pathLst>
                <a:path w="1344885" h="1950361">
                  <a:moveTo>
                    <a:pt x="77323" y="0"/>
                  </a:moveTo>
                  <a:lnTo>
                    <a:pt x="1267562" y="0"/>
                  </a:lnTo>
                  <a:cubicBezTo>
                    <a:pt x="1288070" y="0"/>
                    <a:pt x="1307737" y="8146"/>
                    <a:pt x="1322238" y="22647"/>
                  </a:cubicBezTo>
                  <a:cubicBezTo>
                    <a:pt x="1336739" y="37148"/>
                    <a:pt x="1344885" y="56815"/>
                    <a:pt x="1344885" y="77323"/>
                  </a:cubicBezTo>
                  <a:lnTo>
                    <a:pt x="1344885" y="1873038"/>
                  </a:lnTo>
                  <a:cubicBezTo>
                    <a:pt x="1344885" y="1893546"/>
                    <a:pt x="1336739" y="1913213"/>
                    <a:pt x="1322238" y="1927714"/>
                  </a:cubicBezTo>
                  <a:cubicBezTo>
                    <a:pt x="1307737" y="1942215"/>
                    <a:pt x="1288070" y="1950361"/>
                    <a:pt x="1267562" y="1950361"/>
                  </a:cubicBezTo>
                  <a:lnTo>
                    <a:pt x="77323" y="1950361"/>
                  </a:lnTo>
                  <a:cubicBezTo>
                    <a:pt x="56815" y="1950361"/>
                    <a:pt x="37148" y="1942215"/>
                    <a:pt x="22647" y="1927714"/>
                  </a:cubicBezTo>
                  <a:cubicBezTo>
                    <a:pt x="8146" y="1913213"/>
                    <a:pt x="0" y="1893546"/>
                    <a:pt x="0" y="1873038"/>
                  </a:cubicBezTo>
                  <a:lnTo>
                    <a:pt x="0" y="77323"/>
                  </a:lnTo>
                  <a:cubicBezTo>
                    <a:pt x="0" y="56815"/>
                    <a:pt x="8146" y="37148"/>
                    <a:pt x="22647" y="22647"/>
                  </a:cubicBezTo>
                  <a:cubicBezTo>
                    <a:pt x="37148" y="8146"/>
                    <a:pt x="56815" y="0"/>
                    <a:pt x="77323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344885" cy="1978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443949" y="7036797"/>
            <a:ext cx="4478601" cy="867048"/>
          </a:xfrm>
          <a:custGeom>
            <a:avLst/>
            <a:gdLst/>
            <a:ahLst/>
            <a:cxnLst/>
            <a:rect l="l" t="t" r="r" b="b"/>
            <a:pathLst>
              <a:path w="4478601" h="867048">
                <a:moveTo>
                  <a:pt x="0" y="0"/>
                </a:moveTo>
                <a:lnTo>
                  <a:pt x="4478601" y="0"/>
                </a:lnTo>
                <a:lnTo>
                  <a:pt x="4478601" y="867048"/>
                </a:lnTo>
                <a:lnTo>
                  <a:pt x="0" y="867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6443949" y="3450228"/>
            <a:ext cx="4487453" cy="3386545"/>
          </a:xfrm>
          <a:custGeom>
            <a:avLst/>
            <a:gdLst/>
            <a:ahLst/>
            <a:cxnLst/>
            <a:rect l="l" t="t" r="r" b="b"/>
            <a:pathLst>
              <a:path w="4487453" h="3386545">
                <a:moveTo>
                  <a:pt x="0" y="0"/>
                </a:moveTo>
                <a:lnTo>
                  <a:pt x="4487453" y="0"/>
                </a:lnTo>
                <a:lnTo>
                  <a:pt x="4487453" y="3386544"/>
                </a:lnTo>
                <a:lnTo>
                  <a:pt x="0" y="338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3906930" y="4192433"/>
            <a:ext cx="1344226" cy="745800"/>
          </a:xfrm>
          <a:custGeom>
            <a:avLst/>
            <a:gdLst/>
            <a:ahLst/>
            <a:cxnLst/>
            <a:rect l="l" t="t" r="r" b="b"/>
            <a:pathLst>
              <a:path w="1344226" h="745800">
                <a:moveTo>
                  <a:pt x="0" y="0"/>
                </a:moveTo>
                <a:lnTo>
                  <a:pt x="1344226" y="0"/>
                </a:lnTo>
                <a:lnTo>
                  <a:pt x="1344226" y="745799"/>
                </a:lnTo>
                <a:lnTo>
                  <a:pt x="0" y="745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Freeform 18"/>
          <p:cNvSpPr/>
          <p:nvPr/>
        </p:nvSpPr>
        <p:spPr>
          <a:xfrm>
            <a:off x="3574104" y="5801201"/>
            <a:ext cx="1816894" cy="1816894"/>
          </a:xfrm>
          <a:custGeom>
            <a:avLst/>
            <a:gdLst/>
            <a:ahLst/>
            <a:cxnLst/>
            <a:rect l="l" t="t" r="r" b="b"/>
            <a:pathLst>
              <a:path w="1816894" h="1816894">
                <a:moveTo>
                  <a:pt x="0" y="0"/>
                </a:moveTo>
                <a:lnTo>
                  <a:pt x="1816894" y="0"/>
                </a:lnTo>
                <a:lnTo>
                  <a:pt x="1816894" y="1816894"/>
                </a:lnTo>
                <a:lnTo>
                  <a:pt x="0" y="1816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1312811" y="5339986"/>
            <a:ext cx="2023168" cy="2023168"/>
          </a:xfrm>
          <a:custGeom>
            <a:avLst/>
            <a:gdLst/>
            <a:ahLst/>
            <a:cxnLst/>
            <a:rect l="l" t="t" r="r" b="b"/>
            <a:pathLst>
              <a:path w="2023168" h="2023168">
                <a:moveTo>
                  <a:pt x="0" y="0"/>
                </a:moveTo>
                <a:lnTo>
                  <a:pt x="2023168" y="0"/>
                </a:lnTo>
                <a:lnTo>
                  <a:pt x="2023168" y="2023168"/>
                </a:lnTo>
                <a:lnTo>
                  <a:pt x="0" y="2023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3549988" y="7675245"/>
            <a:ext cx="2397220" cy="1346933"/>
          </a:xfrm>
          <a:custGeom>
            <a:avLst/>
            <a:gdLst/>
            <a:ahLst/>
            <a:cxnLst/>
            <a:rect l="l" t="t" r="r" b="b"/>
            <a:pathLst>
              <a:path w="2397220" h="1346933">
                <a:moveTo>
                  <a:pt x="0" y="0"/>
                </a:moveTo>
                <a:lnTo>
                  <a:pt x="2397220" y="0"/>
                </a:lnTo>
                <a:lnTo>
                  <a:pt x="2397220" y="1346933"/>
                </a:lnTo>
                <a:lnTo>
                  <a:pt x="0" y="1346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1465781" y="7903845"/>
            <a:ext cx="2280189" cy="1249213"/>
          </a:xfrm>
          <a:custGeom>
            <a:avLst/>
            <a:gdLst/>
            <a:ahLst/>
            <a:cxnLst/>
            <a:rect l="l" t="t" r="r" b="b"/>
            <a:pathLst>
              <a:path w="2280189" h="1249213">
                <a:moveTo>
                  <a:pt x="0" y="0"/>
                </a:moveTo>
                <a:lnTo>
                  <a:pt x="2280189" y="0"/>
                </a:lnTo>
                <a:lnTo>
                  <a:pt x="2280189" y="1249213"/>
                </a:lnTo>
                <a:lnTo>
                  <a:pt x="0" y="1249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Freeform 22"/>
          <p:cNvSpPr/>
          <p:nvPr/>
        </p:nvSpPr>
        <p:spPr>
          <a:xfrm>
            <a:off x="12432578" y="7246986"/>
            <a:ext cx="3257189" cy="2011314"/>
          </a:xfrm>
          <a:custGeom>
            <a:avLst/>
            <a:gdLst/>
            <a:ahLst/>
            <a:cxnLst/>
            <a:rect l="l" t="t" r="r" b="b"/>
            <a:pathLst>
              <a:path w="3257189" h="2011314">
                <a:moveTo>
                  <a:pt x="0" y="0"/>
                </a:moveTo>
                <a:lnTo>
                  <a:pt x="3257189" y="0"/>
                </a:lnTo>
                <a:lnTo>
                  <a:pt x="3257189" y="2011314"/>
                </a:lnTo>
                <a:lnTo>
                  <a:pt x="0" y="2011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3" name="Freeform 23"/>
          <p:cNvSpPr/>
          <p:nvPr/>
        </p:nvSpPr>
        <p:spPr>
          <a:xfrm>
            <a:off x="14270146" y="5711190"/>
            <a:ext cx="1924639" cy="1280760"/>
          </a:xfrm>
          <a:custGeom>
            <a:avLst/>
            <a:gdLst/>
            <a:ahLst/>
            <a:cxnLst/>
            <a:rect l="l" t="t" r="r" b="b"/>
            <a:pathLst>
              <a:path w="1924639" h="1280760">
                <a:moveTo>
                  <a:pt x="0" y="0"/>
                </a:moveTo>
                <a:lnTo>
                  <a:pt x="1924639" y="0"/>
                </a:lnTo>
                <a:lnTo>
                  <a:pt x="1924639" y="1280760"/>
                </a:lnTo>
                <a:lnTo>
                  <a:pt x="0" y="1280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4" name="Freeform 24"/>
          <p:cNvSpPr/>
          <p:nvPr/>
        </p:nvSpPr>
        <p:spPr>
          <a:xfrm>
            <a:off x="12348968" y="5586869"/>
            <a:ext cx="1536479" cy="1536479"/>
          </a:xfrm>
          <a:custGeom>
            <a:avLst/>
            <a:gdLst/>
            <a:ahLst/>
            <a:cxnLst/>
            <a:rect l="l" t="t" r="r" b="b"/>
            <a:pathLst>
              <a:path w="1536479" h="1536479">
                <a:moveTo>
                  <a:pt x="0" y="0"/>
                </a:moveTo>
                <a:lnTo>
                  <a:pt x="1536480" y="0"/>
                </a:lnTo>
                <a:lnTo>
                  <a:pt x="1536480" y="1536480"/>
                </a:lnTo>
                <a:lnTo>
                  <a:pt x="0" y="15364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5" name="Freeform 25"/>
          <p:cNvSpPr/>
          <p:nvPr/>
        </p:nvSpPr>
        <p:spPr>
          <a:xfrm>
            <a:off x="12622473" y="3982881"/>
            <a:ext cx="2609992" cy="1480163"/>
          </a:xfrm>
          <a:custGeom>
            <a:avLst/>
            <a:gdLst/>
            <a:ahLst/>
            <a:cxnLst/>
            <a:rect l="l" t="t" r="r" b="b"/>
            <a:pathLst>
              <a:path w="2609992" h="1480163">
                <a:moveTo>
                  <a:pt x="0" y="0"/>
                </a:moveTo>
                <a:lnTo>
                  <a:pt x="2609993" y="0"/>
                </a:lnTo>
                <a:lnTo>
                  <a:pt x="2609993" y="1480163"/>
                </a:lnTo>
                <a:lnTo>
                  <a:pt x="0" y="14801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6" name="TextBox 26"/>
          <p:cNvSpPr txBox="1"/>
          <p:nvPr/>
        </p:nvSpPr>
        <p:spPr>
          <a:xfrm>
            <a:off x="1029088" y="420055"/>
            <a:ext cx="1260172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Procedimiento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8528" y="2817014"/>
            <a:ext cx="4720843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Implementación de ataques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48525" y="2817014"/>
            <a:ext cx="3678302" cy="43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Proceso de Detección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625068" y="2817014"/>
            <a:ext cx="4872209" cy="84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953" b="1" spc="-76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 y Resultados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2034690"/>
            <a:ext cx="1342207" cy="1342207"/>
          </a:xfrm>
          <a:custGeom>
            <a:avLst/>
            <a:gdLst/>
            <a:ahLst/>
            <a:cxnLst/>
            <a:rect l="l" t="t" r="r" b="b"/>
            <a:pathLst>
              <a:path w="1342207" h="1342207">
                <a:moveTo>
                  <a:pt x="0" y="0"/>
                </a:moveTo>
                <a:lnTo>
                  <a:pt x="1342207" y="0"/>
                </a:lnTo>
                <a:lnTo>
                  <a:pt x="1342207" y="1342207"/>
                </a:lnTo>
                <a:lnTo>
                  <a:pt x="0" y="134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24785FD-ACD3-A931-B735-C349C21E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343279"/>
            <a:ext cx="8795651" cy="24860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FA601B7-1E9D-D119-5828-06F72FDE2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146" y="3162300"/>
            <a:ext cx="8449854" cy="214342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3A1C011-A1A0-29C9-9559-0D9906D7B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58" y="5659308"/>
            <a:ext cx="7970829" cy="462769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01DD384-21D7-4525-19B1-5A395C55C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805" y="5659308"/>
            <a:ext cx="6972981" cy="46388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34690"/>
            <a:ext cx="1342207" cy="1342207"/>
          </a:xfrm>
          <a:custGeom>
            <a:avLst/>
            <a:gdLst/>
            <a:ahLst/>
            <a:cxnLst/>
            <a:rect l="l" t="t" r="r" b="b"/>
            <a:pathLst>
              <a:path w="1342207" h="1342207">
                <a:moveTo>
                  <a:pt x="0" y="0"/>
                </a:moveTo>
                <a:lnTo>
                  <a:pt x="1342207" y="0"/>
                </a:lnTo>
                <a:lnTo>
                  <a:pt x="1342207" y="1342207"/>
                </a:lnTo>
                <a:lnTo>
                  <a:pt x="0" y="134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029088" y="3376897"/>
            <a:ext cx="16688377" cy="1835721"/>
          </a:xfrm>
          <a:custGeom>
            <a:avLst/>
            <a:gdLst/>
            <a:ahLst/>
            <a:cxnLst/>
            <a:rect l="l" t="t" r="r" b="b"/>
            <a:pathLst>
              <a:path w="16688377" h="1835721">
                <a:moveTo>
                  <a:pt x="0" y="0"/>
                </a:moveTo>
                <a:lnTo>
                  <a:pt x="16688377" y="0"/>
                </a:lnTo>
                <a:lnTo>
                  <a:pt x="16688377" y="1835722"/>
                </a:lnTo>
                <a:lnTo>
                  <a:pt x="0" y="1835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5212619"/>
            <a:ext cx="16688765" cy="1439406"/>
          </a:xfrm>
          <a:custGeom>
            <a:avLst/>
            <a:gdLst/>
            <a:ahLst/>
            <a:cxnLst/>
            <a:rect l="l" t="t" r="r" b="b"/>
            <a:pathLst>
              <a:path w="16688765" h="1439406">
                <a:moveTo>
                  <a:pt x="0" y="0"/>
                </a:moveTo>
                <a:lnTo>
                  <a:pt x="16688765" y="0"/>
                </a:lnTo>
                <a:lnTo>
                  <a:pt x="16688765" y="1439406"/>
                </a:lnTo>
                <a:lnTo>
                  <a:pt x="0" y="1439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029088" y="6652025"/>
            <a:ext cx="16688377" cy="2232070"/>
          </a:xfrm>
          <a:custGeom>
            <a:avLst/>
            <a:gdLst/>
            <a:ahLst/>
            <a:cxnLst/>
            <a:rect l="l" t="t" r="r" b="b"/>
            <a:pathLst>
              <a:path w="16688377" h="2232070">
                <a:moveTo>
                  <a:pt x="0" y="0"/>
                </a:moveTo>
                <a:lnTo>
                  <a:pt x="16688377" y="0"/>
                </a:lnTo>
                <a:lnTo>
                  <a:pt x="16688377" y="2232070"/>
                </a:lnTo>
                <a:lnTo>
                  <a:pt x="0" y="2232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34690"/>
            <a:ext cx="1342207" cy="1342207"/>
          </a:xfrm>
          <a:custGeom>
            <a:avLst/>
            <a:gdLst/>
            <a:ahLst/>
            <a:cxnLst/>
            <a:rect l="l" t="t" r="r" b="b"/>
            <a:pathLst>
              <a:path w="1342207" h="1342207">
                <a:moveTo>
                  <a:pt x="0" y="0"/>
                </a:moveTo>
                <a:lnTo>
                  <a:pt x="1342207" y="0"/>
                </a:lnTo>
                <a:lnTo>
                  <a:pt x="1342207" y="1342207"/>
                </a:lnTo>
                <a:lnTo>
                  <a:pt x="0" y="134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519512" y="2851397"/>
            <a:ext cx="17483783" cy="1792088"/>
          </a:xfrm>
          <a:custGeom>
            <a:avLst/>
            <a:gdLst/>
            <a:ahLst/>
            <a:cxnLst/>
            <a:rect l="l" t="t" r="r" b="b"/>
            <a:pathLst>
              <a:path w="17483783" h="1792088">
                <a:moveTo>
                  <a:pt x="0" y="0"/>
                </a:moveTo>
                <a:lnTo>
                  <a:pt x="17483783" y="0"/>
                </a:lnTo>
                <a:lnTo>
                  <a:pt x="17483783" y="1792088"/>
                </a:lnTo>
                <a:lnTo>
                  <a:pt x="0" y="1792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519512" y="4643485"/>
            <a:ext cx="17483783" cy="2425875"/>
          </a:xfrm>
          <a:custGeom>
            <a:avLst/>
            <a:gdLst/>
            <a:ahLst/>
            <a:cxnLst/>
            <a:rect l="l" t="t" r="r" b="b"/>
            <a:pathLst>
              <a:path w="17483783" h="2425875">
                <a:moveTo>
                  <a:pt x="0" y="0"/>
                </a:moveTo>
                <a:lnTo>
                  <a:pt x="17483783" y="0"/>
                </a:lnTo>
                <a:lnTo>
                  <a:pt x="17483783" y="2425875"/>
                </a:lnTo>
                <a:lnTo>
                  <a:pt x="0" y="242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4997289" y="7069360"/>
            <a:ext cx="8528228" cy="2636287"/>
          </a:xfrm>
          <a:custGeom>
            <a:avLst/>
            <a:gdLst/>
            <a:ahLst/>
            <a:cxnLst/>
            <a:rect l="l" t="t" r="r" b="b"/>
            <a:pathLst>
              <a:path w="8528228" h="2636287">
                <a:moveTo>
                  <a:pt x="0" y="0"/>
                </a:moveTo>
                <a:lnTo>
                  <a:pt x="8528229" y="0"/>
                </a:lnTo>
                <a:lnTo>
                  <a:pt x="8528229" y="2636287"/>
                </a:lnTo>
                <a:lnTo>
                  <a:pt x="0" y="2636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34690"/>
            <a:ext cx="1342207" cy="1342207"/>
          </a:xfrm>
          <a:custGeom>
            <a:avLst/>
            <a:gdLst/>
            <a:ahLst/>
            <a:cxnLst/>
            <a:rect l="l" t="t" r="r" b="b"/>
            <a:pathLst>
              <a:path w="1342207" h="1342207">
                <a:moveTo>
                  <a:pt x="0" y="0"/>
                </a:moveTo>
                <a:lnTo>
                  <a:pt x="1342207" y="0"/>
                </a:lnTo>
                <a:lnTo>
                  <a:pt x="1342207" y="1342207"/>
                </a:lnTo>
                <a:lnTo>
                  <a:pt x="0" y="134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029088" y="3376897"/>
            <a:ext cx="11848816" cy="2967868"/>
          </a:xfrm>
          <a:custGeom>
            <a:avLst/>
            <a:gdLst/>
            <a:ahLst/>
            <a:cxnLst/>
            <a:rect l="l" t="t" r="r" b="b"/>
            <a:pathLst>
              <a:path w="11848816" h="2967868">
                <a:moveTo>
                  <a:pt x="0" y="0"/>
                </a:moveTo>
                <a:lnTo>
                  <a:pt x="11848815" y="0"/>
                </a:lnTo>
                <a:lnTo>
                  <a:pt x="11848815" y="2967868"/>
                </a:lnTo>
                <a:lnTo>
                  <a:pt x="0" y="2967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3199208" y="2034690"/>
            <a:ext cx="2543945" cy="8252310"/>
          </a:xfrm>
          <a:custGeom>
            <a:avLst/>
            <a:gdLst/>
            <a:ahLst/>
            <a:cxnLst/>
            <a:rect l="l" t="t" r="r" b="b"/>
            <a:pathLst>
              <a:path w="2543945" h="8252310">
                <a:moveTo>
                  <a:pt x="0" y="0"/>
                </a:moveTo>
                <a:lnTo>
                  <a:pt x="2543946" y="0"/>
                </a:lnTo>
                <a:lnTo>
                  <a:pt x="2543946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9088" y="2034690"/>
            <a:ext cx="1536479" cy="1536479"/>
          </a:xfrm>
          <a:custGeom>
            <a:avLst/>
            <a:gdLst/>
            <a:ahLst/>
            <a:cxnLst/>
            <a:rect l="l" t="t" r="r" b="b"/>
            <a:pathLst>
              <a:path w="1536479" h="1536479">
                <a:moveTo>
                  <a:pt x="0" y="0"/>
                </a:moveTo>
                <a:lnTo>
                  <a:pt x="1536479" y="0"/>
                </a:lnTo>
                <a:lnTo>
                  <a:pt x="1536479" y="1536480"/>
                </a:lnTo>
                <a:lnTo>
                  <a:pt x="0" y="153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2565567" y="2182887"/>
            <a:ext cx="12920490" cy="7493884"/>
          </a:xfrm>
          <a:custGeom>
            <a:avLst/>
            <a:gdLst/>
            <a:ahLst/>
            <a:cxnLst/>
            <a:rect l="l" t="t" r="r" b="b"/>
            <a:pathLst>
              <a:path w="12920490" h="7493884">
                <a:moveTo>
                  <a:pt x="0" y="0"/>
                </a:moveTo>
                <a:lnTo>
                  <a:pt x="12920490" y="0"/>
                </a:lnTo>
                <a:lnTo>
                  <a:pt x="12920490" y="7493884"/>
                </a:lnTo>
                <a:lnTo>
                  <a:pt x="0" y="7493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15081" y="2034690"/>
            <a:ext cx="12794279" cy="8252310"/>
          </a:xfrm>
          <a:custGeom>
            <a:avLst/>
            <a:gdLst/>
            <a:ahLst/>
            <a:cxnLst/>
            <a:rect l="l" t="t" r="r" b="b"/>
            <a:pathLst>
              <a:path w="12794279" h="8252310">
                <a:moveTo>
                  <a:pt x="0" y="0"/>
                </a:moveTo>
                <a:lnTo>
                  <a:pt x="12794278" y="0"/>
                </a:lnTo>
                <a:lnTo>
                  <a:pt x="12794278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Análisis de Detecciones</a:t>
            </a:r>
          </a:p>
        </p:txBody>
      </p:sp>
      <p:sp>
        <p:nvSpPr>
          <p:cNvPr id="7" name="Freeform 7"/>
          <p:cNvSpPr/>
          <p:nvPr/>
        </p:nvSpPr>
        <p:spPr>
          <a:xfrm>
            <a:off x="288659" y="2034690"/>
            <a:ext cx="2426421" cy="1614673"/>
          </a:xfrm>
          <a:custGeom>
            <a:avLst/>
            <a:gdLst/>
            <a:ahLst/>
            <a:cxnLst/>
            <a:rect l="l" t="t" r="r" b="b"/>
            <a:pathLst>
              <a:path w="2426421" h="1614673">
                <a:moveTo>
                  <a:pt x="0" y="0"/>
                </a:moveTo>
                <a:lnTo>
                  <a:pt x="2426422" y="0"/>
                </a:lnTo>
                <a:lnTo>
                  <a:pt x="2426422" y="1614673"/>
                </a:lnTo>
                <a:lnTo>
                  <a:pt x="0" y="1614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948765" cy="2225344"/>
          </a:xfrm>
          <a:custGeom>
            <a:avLst/>
            <a:gdLst/>
            <a:ahLst/>
            <a:cxnLst/>
            <a:rect l="l" t="t" r="r" b="b"/>
            <a:pathLst>
              <a:path w="2948765" h="2225344">
                <a:moveTo>
                  <a:pt x="0" y="0"/>
                </a:moveTo>
                <a:lnTo>
                  <a:pt x="2948765" y="0"/>
                </a:lnTo>
                <a:lnTo>
                  <a:pt x="2948765" y="2225344"/>
                </a:lnTo>
                <a:lnTo>
                  <a:pt x="0" y="2225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15248" y="3975573"/>
            <a:ext cx="2833517" cy="568921"/>
          </a:xfrm>
          <a:custGeom>
            <a:avLst/>
            <a:gdLst/>
            <a:ahLst/>
            <a:cxnLst/>
            <a:rect l="l" t="t" r="r" b="b"/>
            <a:pathLst>
              <a:path w="2833517" h="568921">
                <a:moveTo>
                  <a:pt x="0" y="0"/>
                </a:moveTo>
                <a:lnTo>
                  <a:pt x="2833517" y="0"/>
                </a:lnTo>
                <a:lnTo>
                  <a:pt x="2833517" y="568921"/>
                </a:lnTo>
                <a:lnTo>
                  <a:pt x="0" y="568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10" t="-6694" r="-731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352684" y="4700977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3"/>
                </a:lnTo>
                <a:lnTo>
                  <a:pt x="0" y="1605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3452897" y="2034690"/>
            <a:ext cx="12988077" cy="8002251"/>
          </a:xfrm>
          <a:custGeom>
            <a:avLst/>
            <a:gdLst/>
            <a:ahLst/>
            <a:cxnLst/>
            <a:rect l="l" t="t" r="r" b="b"/>
            <a:pathLst>
              <a:path w="12988077" h="8002251">
                <a:moveTo>
                  <a:pt x="0" y="0"/>
                </a:moveTo>
                <a:lnTo>
                  <a:pt x="12988077" y="0"/>
                </a:lnTo>
                <a:lnTo>
                  <a:pt x="12988077" y="8002251"/>
                </a:lnTo>
                <a:lnTo>
                  <a:pt x="0" y="8002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Tráfico Legítimo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" y="2034690"/>
            <a:ext cx="1828800" cy="1432410"/>
          </a:xfrm>
          <a:custGeom>
            <a:avLst/>
            <a:gdLst/>
            <a:ahLst/>
            <a:cxnLst/>
            <a:rect l="l" t="t" r="r" b="b"/>
            <a:pathLst>
              <a:path w="2948765" h="2225344">
                <a:moveTo>
                  <a:pt x="0" y="0"/>
                </a:moveTo>
                <a:lnTo>
                  <a:pt x="2948765" y="0"/>
                </a:lnTo>
                <a:lnTo>
                  <a:pt x="2948765" y="2225344"/>
                </a:lnTo>
                <a:lnTo>
                  <a:pt x="0" y="2225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828801" y="2050378"/>
            <a:ext cx="8025967" cy="5076793"/>
          </a:xfrm>
          <a:custGeom>
            <a:avLst/>
            <a:gdLst/>
            <a:ahLst/>
            <a:cxnLst/>
            <a:rect l="l" t="t" r="r" b="b"/>
            <a:pathLst>
              <a:path w="8025967" h="5076793">
                <a:moveTo>
                  <a:pt x="0" y="0"/>
                </a:moveTo>
                <a:lnTo>
                  <a:pt x="8025967" y="0"/>
                </a:lnTo>
                <a:lnTo>
                  <a:pt x="8025967" y="5076793"/>
                </a:lnTo>
                <a:lnTo>
                  <a:pt x="0" y="5076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8" name="TextBox 8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Densidad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4F925037-CAD7-6A35-7F1D-83322E56BF5E}"/>
              </a:ext>
            </a:extLst>
          </p:cNvPr>
          <p:cNvSpPr/>
          <p:nvPr/>
        </p:nvSpPr>
        <p:spPr>
          <a:xfrm>
            <a:off x="9770819" y="2034690"/>
            <a:ext cx="8433232" cy="5501699"/>
          </a:xfrm>
          <a:custGeom>
            <a:avLst/>
            <a:gdLst/>
            <a:ahLst/>
            <a:cxnLst/>
            <a:rect l="l" t="t" r="r" b="b"/>
            <a:pathLst>
              <a:path w="10722708" h="6629309">
                <a:moveTo>
                  <a:pt x="0" y="0"/>
                </a:moveTo>
                <a:lnTo>
                  <a:pt x="10722708" y="0"/>
                </a:lnTo>
                <a:lnTo>
                  <a:pt x="10722708" y="6629309"/>
                </a:lnTo>
                <a:lnTo>
                  <a:pt x="0" y="6629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30F99FA4-53BA-503A-182F-D89D733E62CD}"/>
              </a:ext>
            </a:extLst>
          </p:cNvPr>
          <p:cNvSpPr/>
          <p:nvPr/>
        </p:nvSpPr>
        <p:spPr>
          <a:xfrm>
            <a:off x="1" y="3314700"/>
            <a:ext cx="1828800" cy="681288"/>
          </a:xfrm>
          <a:custGeom>
            <a:avLst/>
            <a:gdLst/>
            <a:ahLst/>
            <a:cxnLst/>
            <a:rect l="l" t="t" r="r" b="b"/>
            <a:pathLst>
              <a:path w="3419489" h="662006">
                <a:moveTo>
                  <a:pt x="0" y="0"/>
                </a:moveTo>
                <a:lnTo>
                  <a:pt x="3419489" y="0"/>
                </a:lnTo>
                <a:lnTo>
                  <a:pt x="3419489" y="662006"/>
                </a:lnTo>
                <a:lnTo>
                  <a:pt x="0" y="662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1400121" cy="1056629"/>
          </a:xfrm>
          <a:custGeom>
            <a:avLst/>
            <a:gdLst/>
            <a:ahLst/>
            <a:cxnLst/>
            <a:rect l="l" t="t" r="r" b="b"/>
            <a:pathLst>
              <a:path w="1400121" h="1056629">
                <a:moveTo>
                  <a:pt x="0" y="0"/>
                </a:moveTo>
                <a:lnTo>
                  <a:pt x="1400121" y="0"/>
                </a:lnTo>
                <a:lnTo>
                  <a:pt x="1400121" y="1056629"/>
                </a:lnTo>
                <a:lnTo>
                  <a:pt x="0" y="1056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404603" y="2034690"/>
            <a:ext cx="8584591" cy="5474800"/>
          </a:xfrm>
          <a:custGeom>
            <a:avLst/>
            <a:gdLst/>
            <a:ahLst/>
            <a:cxnLst/>
            <a:rect l="l" t="t" r="r" b="b"/>
            <a:pathLst>
              <a:path w="8584591" h="5474800">
                <a:moveTo>
                  <a:pt x="0" y="0"/>
                </a:moveTo>
                <a:lnTo>
                  <a:pt x="8584591" y="0"/>
                </a:lnTo>
                <a:lnTo>
                  <a:pt x="8584591" y="5474800"/>
                </a:lnTo>
                <a:lnTo>
                  <a:pt x="0" y="547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Efectividad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38C4434-6639-4F29-2C55-2C55E02AB100}"/>
              </a:ext>
            </a:extLst>
          </p:cNvPr>
          <p:cNvSpPr/>
          <p:nvPr/>
        </p:nvSpPr>
        <p:spPr>
          <a:xfrm>
            <a:off x="-13447" y="2929834"/>
            <a:ext cx="1613647" cy="681288"/>
          </a:xfrm>
          <a:custGeom>
            <a:avLst/>
            <a:gdLst/>
            <a:ahLst/>
            <a:cxnLst/>
            <a:rect l="l" t="t" r="r" b="b"/>
            <a:pathLst>
              <a:path w="3419489" h="662006">
                <a:moveTo>
                  <a:pt x="0" y="0"/>
                </a:moveTo>
                <a:lnTo>
                  <a:pt x="3419489" y="0"/>
                </a:lnTo>
                <a:lnTo>
                  <a:pt x="3419489" y="662006"/>
                </a:lnTo>
                <a:lnTo>
                  <a:pt x="0" y="662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C38F854-8D25-2540-6D5E-1B529C23935D}"/>
              </a:ext>
            </a:extLst>
          </p:cNvPr>
          <p:cNvSpPr/>
          <p:nvPr/>
        </p:nvSpPr>
        <p:spPr>
          <a:xfrm>
            <a:off x="9989194" y="2034690"/>
            <a:ext cx="8453718" cy="5681523"/>
          </a:xfrm>
          <a:custGeom>
            <a:avLst/>
            <a:gdLst/>
            <a:ahLst/>
            <a:cxnLst/>
            <a:rect l="l" t="t" r="r" b="b"/>
            <a:pathLst>
              <a:path w="9144000" h="5681523">
                <a:moveTo>
                  <a:pt x="0" y="0"/>
                </a:moveTo>
                <a:lnTo>
                  <a:pt x="9144000" y="0"/>
                </a:lnTo>
                <a:lnTo>
                  <a:pt x="9144000" y="5681523"/>
                </a:lnTo>
                <a:lnTo>
                  <a:pt x="0" y="5681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3419489" cy="662006"/>
          </a:xfrm>
          <a:custGeom>
            <a:avLst/>
            <a:gdLst/>
            <a:ahLst/>
            <a:cxnLst/>
            <a:rect l="l" t="t" r="r" b="b"/>
            <a:pathLst>
              <a:path w="3419489" h="662006">
                <a:moveTo>
                  <a:pt x="0" y="0"/>
                </a:moveTo>
                <a:lnTo>
                  <a:pt x="3419489" y="0"/>
                </a:lnTo>
                <a:lnTo>
                  <a:pt x="3419489" y="662006"/>
                </a:lnTo>
                <a:lnTo>
                  <a:pt x="0" y="66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7565292" y="2034690"/>
            <a:ext cx="10722708" cy="6629309"/>
          </a:xfrm>
          <a:custGeom>
            <a:avLst/>
            <a:gdLst/>
            <a:ahLst/>
            <a:cxnLst/>
            <a:rect l="l" t="t" r="r" b="b"/>
            <a:pathLst>
              <a:path w="10722708" h="6629309">
                <a:moveTo>
                  <a:pt x="0" y="0"/>
                </a:moveTo>
                <a:lnTo>
                  <a:pt x="10722708" y="0"/>
                </a:lnTo>
                <a:lnTo>
                  <a:pt x="10722708" y="6629309"/>
                </a:lnTo>
                <a:lnTo>
                  <a:pt x="0" y="6629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3419489" y="2034690"/>
            <a:ext cx="3866726" cy="8252310"/>
          </a:xfrm>
          <a:custGeom>
            <a:avLst/>
            <a:gdLst/>
            <a:ahLst/>
            <a:cxnLst/>
            <a:rect l="l" t="t" r="r" b="b"/>
            <a:pathLst>
              <a:path w="3866726" h="8252310">
                <a:moveTo>
                  <a:pt x="0" y="0"/>
                </a:moveTo>
                <a:lnTo>
                  <a:pt x="3866726" y="0"/>
                </a:lnTo>
                <a:lnTo>
                  <a:pt x="3866726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Densidad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3446040" cy="667146"/>
          </a:xfrm>
          <a:custGeom>
            <a:avLst/>
            <a:gdLst/>
            <a:ahLst/>
            <a:cxnLst/>
            <a:rect l="l" t="t" r="r" b="b"/>
            <a:pathLst>
              <a:path w="3446040" h="667146">
                <a:moveTo>
                  <a:pt x="0" y="0"/>
                </a:moveTo>
                <a:lnTo>
                  <a:pt x="3446040" y="0"/>
                </a:lnTo>
                <a:lnTo>
                  <a:pt x="3446040" y="667146"/>
                </a:lnTo>
                <a:lnTo>
                  <a:pt x="0" y="667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3621471" y="2034690"/>
            <a:ext cx="8154017" cy="8214062"/>
          </a:xfrm>
          <a:custGeom>
            <a:avLst/>
            <a:gdLst/>
            <a:ahLst/>
            <a:cxnLst/>
            <a:rect l="l" t="t" r="r" b="b"/>
            <a:pathLst>
              <a:path w="8154017" h="8214062">
                <a:moveTo>
                  <a:pt x="0" y="0"/>
                </a:moveTo>
                <a:lnTo>
                  <a:pt x="8154018" y="0"/>
                </a:lnTo>
                <a:lnTo>
                  <a:pt x="8154018" y="8214062"/>
                </a:lnTo>
                <a:lnTo>
                  <a:pt x="0" y="8214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9144000" y="3130108"/>
            <a:ext cx="9144000" cy="5681523"/>
          </a:xfrm>
          <a:custGeom>
            <a:avLst/>
            <a:gdLst/>
            <a:ahLst/>
            <a:cxnLst/>
            <a:rect l="l" t="t" r="r" b="b"/>
            <a:pathLst>
              <a:path w="9144000" h="5681523">
                <a:moveTo>
                  <a:pt x="0" y="0"/>
                </a:moveTo>
                <a:lnTo>
                  <a:pt x="9144000" y="0"/>
                </a:lnTo>
                <a:lnTo>
                  <a:pt x="9144000" y="5681523"/>
                </a:lnTo>
                <a:lnTo>
                  <a:pt x="0" y="5681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029088" y="420055"/>
            <a:ext cx="16230212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Efectividad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2833517" y="2034690"/>
            <a:ext cx="13337066" cy="8252310"/>
          </a:xfrm>
          <a:custGeom>
            <a:avLst/>
            <a:gdLst/>
            <a:ahLst/>
            <a:cxnLst/>
            <a:rect l="l" t="t" r="r" b="b"/>
            <a:pathLst>
              <a:path w="13337066" h="8252310">
                <a:moveTo>
                  <a:pt x="0" y="0"/>
                </a:moveTo>
                <a:lnTo>
                  <a:pt x="13337066" y="0"/>
                </a:lnTo>
                <a:lnTo>
                  <a:pt x="13337066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Automático vs Manual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2938069" y="2034690"/>
            <a:ext cx="13344951" cy="8252310"/>
          </a:xfrm>
          <a:custGeom>
            <a:avLst/>
            <a:gdLst/>
            <a:ahLst/>
            <a:cxnLst/>
            <a:rect l="l" t="t" r="r" b="b"/>
            <a:pathLst>
              <a:path w="13344951" h="8252310">
                <a:moveTo>
                  <a:pt x="0" y="0"/>
                </a:moveTo>
                <a:lnTo>
                  <a:pt x="13344952" y="0"/>
                </a:lnTo>
                <a:lnTo>
                  <a:pt x="13344952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LV1 y LV2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3195690" y="2034690"/>
            <a:ext cx="13219016" cy="8173590"/>
          </a:xfrm>
          <a:custGeom>
            <a:avLst/>
            <a:gdLst/>
            <a:ahLst/>
            <a:cxnLst/>
            <a:rect l="l" t="t" r="r" b="b"/>
            <a:pathLst>
              <a:path w="13219016" h="8173590">
                <a:moveTo>
                  <a:pt x="0" y="0"/>
                </a:moveTo>
                <a:lnTo>
                  <a:pt x="13219015" y="0"/>
                </a:lnTo>
                <a:lnTo>
                  <a:pt x="13219015" y="8173590"/>
                </a:lnTo>
                <a:lnTo>
                  <a:pt x="0" y="8173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LV1 y LV2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2965404" y="2034690"/>
            <a:ext cx="13194842" cy="8147815"/>
          </a:xfrm>
          <a:custGeom>
            <a:avLst/>
            <a:gdLst/>
            <a:ahLst/>
            <a:cxnLst/>
            <a:rect l="l" t="t" r="r" b="b"/>
            <a:pathLst>
              <a:path w="13194842" h="8147815">
                <a:moveTo>
                  <a:pt x="0" y="0"/>
                </a:moveTo>
                <a:lnTo>
                  <a:pt x="13194842" y="0"/>
                </a:lnTo>
                <a:lnTo>
                  <a:pt x="13194842" y="8147815"/>
                </a:lnTo>
                <a:lnTo>
                  <a:pt x="0" y="8147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Detecciones Reales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2833517" y="2034690"/>
            <a:ext cx="13364064" cy="8252310"/>
          </a:xfrm>
          <a:custGeom>
            <a:avLst/>
            <a:gdLst/>
            <a:ahLst/>
            <a:cxnLst/>
            <a:rect l="l" t="t" r="r" b="b"/>
            <a:pathLst>
              <a:path w="13364064" h="8252310">
                <a:moveTo>
                  <a:pt x="0" y="0"/>
                </a:moveTo>
                <a:lnTo>
                  <a:pt x="13364064" y="0"/>
                </a:lnTo>
                <a:lnTo>
                  <a:pt x="13364064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Detecciones Reales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2833517" y="2034690"/>
            <a:ext cx="13347811" cy="8252310"/>
          </a:xfrm>
          <a:custGeom>
            <a:avLst/>
            <a:gdLst/>
            <a:ahLst/>
            <a:cxnLst/>
            <a:rect l="l" t="t" r="r" b="b"/>
            <a:pathLst>
              <a:path w="13347811" h="8252310">
                <a:moveTo>
                  <a:pt x="0" y="0"/>
                </a:moveTo>
                <a:lnTo>
                  <a:pt x="13347811" y="0"/>
                </a:lnTo>
                <a:lnTo>
                  <a:pt x="13347811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Detecciones Eficaces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2833517" y="2034690"/>
            <a:ext cx="13364064" cy="8252310"/>
          </a:xfrm>
          <a:custGeom>
            <a:avLst/>
            <a:gdLst/>
            <a:ahLst/>
            <a:cxnLst/>
            <a:rect l="l" t="t" r="r" b="b"/>
            <a:pathLst>
              <a:path w="13364064" h="8252310">
                <a:moveTo>
                  <a:pt x="0" y="0"/>
                </a:moveTo>
                <a:lnTo>
                  <a:pt x="13364064" y="0"/>
                </a:lnTo>
                <a:lnTo>
                  <a:pt x="13364064" y="8252310"/>
                </a:lnTo>
                <a:lnTo>
                  <a:pt x="0" y="8252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Detecciones Eficaces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2034690"/>
            <a:ext cx="2537284" cy="1914811"/>
          </a:xfrm>
          <a:custGeom>
            <a:avLst/>
            <a:gdLst/>
            <a:ahLst/>
            <a:cxnLst/>
            <a:rect l="l" t="t" r="r" b="b"/>
            <a:pathLst>
              <a:path w="2537284" h="1914811">
                <a:moveTo>
                  <a:pt x="0" y="0"/>
                </a:moveTo>
                <a:lnTo>
                  <a:pt x="2537284" y="0"/>
                </a:lnTo>
                <a:lnTo>
                  <a:pt x="2537284" y="1914812"/>
                </a:lnTo>
                <a:lnTo>
                  <a:pt x="0" y="1914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08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0" y="3691113"/>
            <a:ext cx="2833517" cy="548563"/>
          </a:xfrm>
          <a:custGeom>
            <a:avLst/>
            <a:gdLst/>
            <a:ahLst/>
            <a:cxnLst/>
            <a:rect l="l" t="t" r="r" b="b"/>
            <a:pathLst>
              <a:path w="2833517" h="548563">
                <a:moveTo>
                  <a:pt x="0" y="0"/>
                </a:moveTo>
                <a:lnTo>
                  <a:pt x="2833517" y="0"/>
                </a:lnTo>
                <a:lnTo>
                  <a:pt x="2833517" y="548563"/>
                </a:lnTo>
                <a:lnTo>
                  <a:pt x="0" y="54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028700" y="4340533"/>
            <a:ext cx="1596081" cy="1605934"/>
          </a:xfrm>
          <a:custGeom>
            <a:avLst/>
            <a:gdLst/>
            <a:ahLst/>
            <a:cxnLst/>
            <a:rect l="l" t="t" r="r" b="b"/>
            <a:pathLst>
              <a:path w="1596081" h="1605934">
                <a:moveTo>
                  <a:pt x="0" y="0"/>
                </a:moveTo>
                <a:lnTo>
                  <a:pt x="1596081" y="0"/>
                </a:lnTo>
                <a:lnTo>
                  <a:pt x="1596081" y="1605934"/>
                </a:lnTo>
                <a:lnTo>
                  <a:pt x="0" y="1605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2833517" y="2034690"/>
            <a:ext cx="7439953" cy="4599921"/>
          </a:xfrm>
          <a:custGeom>
            <a:avLst/>
            <a:gdLst/>
            <a:ahLst/>
            <a:cxnLst/>
            <a:rect l="l" t="t" r="r" b="b"/>
            <a:pathLst>
              <a:path w="7439953" h="4599921">
                <a:moveTo>
                  <a:pt x="0" y="0"/>
                </a:moveTo>
                <a:lnTo>
                  <a:pt x="7439953" y="0"/>
                </a:lnTo>
                <a:lnTo>
                  <a:pt x="7439953" y="4599921"/>
                </a:lnTo>
                <a:lnTo>
                  <a:pt x="0" y="45999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0001885" y="2034690"/>
            <a:ext cx="8405799" cy="5231457"/>
          </a:xfrm>
          <a:custGeom>
            <a:avLst/>
            <a:gdLst/>
            <a:ahLst/>
            <a:cxnLst/>
            <a:rect l="l" t="t" r="r" b="b"/>
            <a:pathLst>
              <a:path w="8405799" h="5231457">
                <a:moveTo>
                  <a:pt x="0" y="0"/>
                </a:moveTo>
                <a:lnTo>
                  <a:pt x="8405799" y="0"/>
                </a:lnTo>
                <a:lnTo>
                  <a:pt x="8405799" y="5231457"/>
                </a:lnTo>
                <a:lnTo>
                  <a:pt x="0" y="5231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Resultados - Rendimiento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Problemas Encontrados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2565035"/>
            <a:ext cx="15066372" cy="7554510"/>
            <a:chOff x="0" y="0"/>
            <a:chExt cx="1910975" cy="9581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0975" cy="958192"/>
            </a:xfrm>
            <a:custGeom>
              <a:avLst/>
              <a:gdLst/>
              <a:ahLst/>
              <a:cxnLst/>
              <a:rect l="l" t="t" r="r" b="b"/>
              <a:pathLst>
                <a:path w="1910975" h="958192">
                  <a:moveTo>
                    <a:pt x="26207" y="0"/>
                  </a:moveTo>
                  <a:lnTo>
                    <a:pt x="1884769" y="0"/>
                  </a:lnTo>
                  <a:cubicBezTo>
                    <a:pt x="1891719" y="0"/>
                    <a:pt x="1898385" y="2761"/>
                    <a:pt x="1903300" y="7676"/>
                  </a:cubicBezTo>
                  <a:cubicBezTo>
                    <a:pt x="1908214" y="12590"/>
                    <a:pt x="1910975" y="19256"/>
                    <a:pt x="1910975" y="26207"/>
                  </a:cubicBezTo>
                  <a:lnTo>
                    <a:pt x="1910975" y="931986"/>
                  </a:lnTo>
                  <a:cubicBezTo>
                    <a:pt x="1910975" y="938936"/>
                    <a:pt x="1908214" y="945602"/>
                    <a:pt x="1903300" y="950517"/>
                  </a:cubicBezTo>
                  <a:cubicBezTo>
                    <a:pt x="1898385" y="955431"/>
                    <a:pt x="1891719" y="958192"/>
                    <a:pt x="1884769" y="958192"/>
                  </a:cubicBezTo>
                  <a:lnTo>
                    <a:pt x="26207" y="958192"/>
                  </a:lnTo>
                  <a:cubicBezTo>
                    <a:pt x="19256" y="958192"/>
                    <a:pt x="12590" y="955431"/>
                    <a:pt x="7676" y="950517"/>
                  </a:cubicBezTo>
                  <a:cubicBezTo>
                    <a:pt x="2761" y="945602"/>
                    <a:pt x="0" y="938936"/>
                    <a:pt x="0" y="931986"/>
                  </a:cubicBezTo>
                  <a:lnTo>
                    <a:pt x="0" y="26207"/>
                  </a:lnTo>
                  <a:cubicBezTo>
                    <a:pt x="0" y="19256"/>
                    <a:pt x="2761" y="12590"/>
                    <a:pt x="7676" y="7676"/>
                  </a:cubicBezTo>
                  <a:cubicBezTo>
                    <a:pt x="12590" y="2761"/>
                    <a:pt x="19256" y="0"/>
                    <a:pt x="26207" y="0"/>
                  </a:cubicBezTo>
                  <a:close/>
                </a:path>
              </a:pathLst>
            </a:custGeom>
            <a:solidFill>
              <a:srgbClr val="EFE7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10975" cy="9867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  <a:p>
              <a:pPr algn="l">
                <a:lnSpc>
                  <a:spcPts val="3301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63060" y="3010836"/>
            <a:ext cx="12946580" cy="669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TCP SYN inicial y MTU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Velocidades de reproducción - PaloAlto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Variabilidad en los resultados - PaloAlto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Categorización de ataques LV1 y LV2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Incompatibilidad en Reproducción de Paquetes - PaloAlto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Mantenimiento matriz MITRE ATT&amp;CK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Recuperación de Datos y Organización del Banco de Ataques</a:t>
            </a:r>
          </a:p>
          <a:p>
            <a:pPr marL="1022045" lvl="1" indent="-511022" algn="ctr">
              <a:lnSpc>
                <a:spcPts val="5254"/>
              </a:lnSpc>
              <a:spcBef>
                <a:spcPct val="0"/>
              </a:spcBef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Opciones de Ejecución de Snort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518" y="0"/>
            <a:ext cx="18517201" cy="2034690"/>
            <a:chOff x="0" y="0"/>
            <a:chExt cx="4876958" cy="5358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959" cy="535886"/>
            </a:xfrm>
            <a:custGeom>
              <a:avLst/>
              <a:gdLst/>
              <a:ahLst/>
              <a:cxnLst/>
              <a:rect l="l" t="t" r="r" b="b"/>
              <a:pathLst>
                <a:path w="4876959" h="535886">
                  <a:moveTo>
                    <a:pt x="0" y="0"/>
                  </a:moveTo>
                  <a:lnTo>
                    <a:pt x="4876959" y="0"/>
                  </a:lnTo>
                  <a:lnTo>
                    <a:pt x="4876959" y="535886"/>
                  </a:lnTo>
                  <a:lnTo>
                    <a:pt x="0" y="535886"/>
                  </a:lnTo>
                  <a:close/>
                </a:path>
              </a:pathLst>
            </a:custGeom>
            <a:solidFill>
              <a:srgbClr val="F3EEE2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76958" cy="564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11262" y="1969145"/>
            <a:ext cx="5208221" cy="3387506"/>
          </a:xfrm>
          <a:custGeom>
            <a:avLst/>
            <a:gdLst/>
            <a:ahLst/>
            <a:cxnLst/>
            <a:rect l="l" t="t" r="r" b="b"/>
            <a:pathLst>
              <a:path w="5208221" h="3387506">
                <a:moveTo>
                  <a:pt x="0" y="0"/>
                </a:moveTo>
                <a:lnTo>
                  <a:pt x="5208221" y="0"/>
                </a:lnTo>
                <a:lnTo>
                  <a:pt x="5208221" y="3387506"/>
                </a:lnTo>
                <a:lnTo>
                  <a:pt x="0" y="3387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36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044134" y="6164080"/>
            <a:ext cx="5193079" cy="1005369"/>
          </a:xfrm>
          <a:custGeom>
            <a:avLst/>
            <a:gdLst/>
            <a:ahLst/>
            <a:cxnLst/>
            <a:rect l="l" t="t" r="r" b="b"/>
            <a:pathLst>
              <a:path w="5193079" h="1005369">
                <a:moveTo>
                  <a:pt x="0" y="0"/>
                </a:moveTo>
                <a:lnTo>
                  <a:pt x="5193080" y="0"/>
                </a:lnTo>
                <a:lnTo>
                  <a:pt x="5193080" y="1005369"/>
                </a:lnTo>
                <a:lnTo>
                  <a:pt x="0" y="1005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9" t="-6694" r="-525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4103721" y="7436149"/>
            <a:ext cx="2133493" cy="2146662"/>
          </a:xfrm>
          <a:custGeom>
            <a:avLst/>
            <a:gdLst/>
            <a:ahLst/>
            <a:cxnLst/>
            <a:rect l="l" t="t" r="r" b="b"/>
            <a:pathLst>
              <a:path w="2133493" h="2146662">
                <a:moveTo>
                  <a:pt x="0" y="0"/>
                </a:moveTo>
                <a:lnTo>
                  <a:pt x="2133493" y="0"/>
                </a:lnTo>
                <a:lnTo>
                  <a:pt x="2133493" y="2146662"/>
                </a:lnTo>
                <a:lnTo>
                  <a:pt x="0" y="2146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2145161" y="5061434"/>
            <a:ext cx="4317591" cy="1102646"/>
          </a:xfrm>
          <a:custGeom>
            <a:avLst/>
            <a:gdLst/>
            <a:ahLst/>
            <a:cxnLst/>
            <a:rect l="l" t="t" r="r" b="b"/>
            <a:pathLst>
              <a:path w="4317591" h="1102646">
                <a:moveTo>
                  <a:pt x="0" y="0"/>
                </a:moveTo>
                <a:lnTo>
                  <a:pt x="4317592" y="0"/>
                </a:lnTo>
                <a:lnTo>
                  <a:pt x="4317592" y="1102646"/>
                </a:lnTo>
                <a:lnTo>
                  <a:pt x="0" y="1102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2435747" y="6383155"/>
            <a:ext cx="1642015" cy="1642015"/>
          </a:xfrm>
          <a:custGeom>
            <a:avLst/>
            <a:gdLst/>
            <a:ahLst/>
            <a:cxnLst/>
            <a:rect l="l" t="t" r="r" b="b"/>
            <a:pathLst>
              <a:path w="1642015" h="1642015">
                <a:moveTo>
                  <a:pt x="0" y="0"/>
                </a:moveTo>
                <a:lnTo>
                  <a:pt x="1642015" y="0"/>
                </a:lnTo>
                <a:lnTo>
                  <a:pt x="1642015" y="1642015"/>
                </a:lnTo>
                <a:lnTo>
                  <a:pt x="0" y="16420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14610479" y="6383155"/>
            <a:ext cx="2648821" cy="2648821"/>
          </a:xfrm>
          <a:custGeom>
            <a:avLst/>
            <a:gdLst/>
            <a:ahLst/>
            <a:cxnLst/>
            <a:rect l="l" t="t" r="r" b="b"/>
            <a:pathLst>
              <a:path w="2648821" h="2648821">
                <a:moveTo>
                  <a:pt x="0" y="0"/>
                </a:moveTo>
                <a:lnTo>
                  <a:pt x="2648821" y="0"/>
                </a:lnTo>
                <a:lnTo>
                  <a:pt x="2648821" y="2648821"/>
                </a:lnTo>
                <a:lnTo>
                  <a:pt x="0" y="26488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140390" y="408700"/>
            <a:ext cx="18460669" cy="129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9"/>
              </a:lnSpc>
            </a:pPr>
            <a:r>
              <a:rPr lang="en-US" sz="8999" b="1" spc="-23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Conclusiones y Líneas de Avance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59942" y="2281611"/>
            <a:ext cx="10502811" cy="335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Mas alertas no significa mejor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IDS comerciales robustos y fiables</a:t>
            </a:r>
          </a:p>
          <a:p>
            <a:pPr marL="1022045" lvl="1" indent="-511022" algn="ctr">
              <a:lnSpc>
                <a:spcPts val="5254"/>
              </a:lnSpc>
              <a:buFont typeface="Arial"/>
              <a:buChar char="•"/>
            </a:pPr>
            <a:r>
              <a:rPr lang="en-US" sz="4733" b="1" spc="-123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Proc. Automático entrenamiento complicado</a:t>
            </a:r>
          </a:p>
          <a:p>
            <a:pPr algn="ctr">
              <a:lnSpc>
                <a:spcPts val="5254"/>
              </a:lnSpc>
              <a:spcBef>
                <a:spcPct val="0"/>
              </a:spcBef>
            </a:pPr>
            <a:endParaRPr lang="en-US" sz="4733" b="1" spc="-123">
              <a:solidFill>
                <a:srgbClr val="25282A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2591733" y="2830810"/>
            <a:ext cx="13093905" cy="44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88"/>
              </a:lnSpc>
            </a:pPr>
            <a:r>
              <a:rPr lang="en-US" sz="16851" b="1" spc="539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MUCHAS</a:t>
            </a:r>
          </a:p>
          <a:p>
            <a:pPr marL="0" lvl="0" indent="0" algn="ctr">
              <a:lnSpc>
                <a:spcPts val="17188"/>
              </a:lnSpc>
            </a:pPr>
            <a:r>
              <a:rPr lang="en-US" sz="16851" b="1" spc="539">
                <a:solidFill>
                  <a:srgbClr val="25282A"/>
                </a:solidFill>
                <a:latin typeface="Aileron Bold"/>
                <a:ea typeface="Aileron Bold"/>
                <a:cs typeface="Aileron Bold"/>
                <a:sym typeface="Aileron Bold"/>
              </a:rPr>
              <a:t>Gracias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8C9E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816593" cy="299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549978"/>
            <a:ext cx="16230600" cy="294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6"/>
              </a:lnSpc>
            </a:pPr>
            <a:r>
              <a:rPr lang="en-US" sz="1800" spc="-7" dirty="0">
                <a:solidFill>
                  <a:srgbClr val="25282A"/>
                </a:solidFill>
                <a:latin typeface="Aileron"/>
                <a:ea typeface="Aileron"/>
                <a:cs typeface="Aileron"/>
                <a:sym typeface="Aileron"/>
              </a:rPr>
              <a:t>18 MARZO 2025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18288000" cy="259305"/>
            <a:chOff x="0" y="0"/>
            <a:chExt cx="4816593" cy="682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68294"/>
            </a:xfrm>
            <a:custGeom>
              <a:avLst/>
              <a:gdLst/>
              <a:ahLst/>
              <a:cxnLst/>
              <a:rect l="l" t="t" r="r" b="b"/>
              <a:pathLst>
                <a:path w="4816592" h="68294">
                  <a:moveTo>
                    <a:pt x="0" y="0"/>
                  </a:moveTo>
                  <a:lnTo>
                    <a:pt x="4816592" y="0"/>
                  </a:lnTo>
                  <a:lnTo>
                    <a:pt x="4816592" y="68294"/>
                  </a:lnTo>
                  <a:lnTo>
                    <a:pt x="0" y="68294"/>
                  </a:lnTo>
                  <a:close/>
                </a:path>
              </a:pathLst>
            </a:custGeom>
            <a:solidFill>
              <a:srgbClr val="D8C9EB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816593" cy="96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1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419</Words>
  <Application>Microsoft Office PowerPoint</Application>
  <PresentationFormat>Personalizado</PresentationFormat>
  <Paragraphs>168</Paragraphs>
  <Slides>43</Slides>
  <Notes>0</Notes>
  <HiddenSlides>9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9" baseType="lpstr">
      <vt:lpstr>RoxboroughCF Bold</vt:lpstr>
      <vt:lpstr>Aileron</vt:lpstr>
      <vt:lpstr>Arial</vt:lpstr>
      <vt:lpstr>Aileron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TFG</dc:title>
  <cp:lastModifiedBy>ALEJANDRO MORENO PEREZ</cp:lastModifiedBy>
  <cp:revision>2</cp:revision>
  <dcterms:created xsi:type="dcterms:W3CDTF">2006-08-16T00:00:00Z</dcterms:created>
  <dcterms:modified xsi:type="dcterms:W3CDTF">2025-03-16T18:42:17Z</dcterms:modified>
  <dc:identifier>DAGbtGpAxh8</dc:identifier>
</cp:coreProperties>
</file>